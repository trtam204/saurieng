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7"/>
  </p:notesMasterIdLst>
  <p:sldIdLst>
    <p:sldId id="256" r:id="rId2"/>
    <p:sldId id="258" r:id="rId3"/>
    <p:sldId id="259" r:id="rId4"/>
    <p:sldId id="261" r:id="rId5"/>
    <p:sldId id="262" r:id="rId6"/>
    <p:sldId id="300" r:id="rId7"/>
    <p:sldId id="263" r:id="rId8"/>
    <p:sldId id="303" r:id="rId9"/>
    <p:sldId id="309" r:id="rId10"/>
    <p:sldId id="310" r:id="rId11"/>
    <p:sldId id="311" r:id="rId12"/>
    <p:sldId id="312" r:id="rId13"/>
    <p:sldId id="313" r:id="rId14"/>
    <p:sldId id="305" r:id="rId15"/>
    <p:sldId id="272" r:id="rId16"/>
  </p:sldIdLst>
  <p:sldSz cx="9144000" cy="5143500" type="screen16x9"/>
  <p:notesSz cx="6858000" cy="9144000"/>
  <p:embeddedFontLst>
    <p:embeddedFont>
      <p:font typeface="Angsana New" panose="02020603050405020304" pitchFamily="18" charset="-34"/>
      <p:regular r:id="rId18"/>
      <p:bold r:id="rId19"/>
      <p:italic r:id="rId20"/>
      <p:boldItalic r:id="rId21"/>
    </p:embeddedFont>
    <p:embeddedFont>
      <p:font typeface="Bebas Neue" panose="020B0606020202050201" pitchFamily="34" charset="0"/>
      <p:regular r:id="rId22"/>
    </p:embeddedFont>
    <p:embeddedFont>
      <p:font typeface="Karla" pitchFamily="2" charset="0"/>
      <p:regular r:id="rId23"/>
      <p:bold r:id="rId24"/>
      <p:italic r:id="rId25"/>
      <p:boldItalic r:id="rId26"/>
    </p:embeddedFont>
    <p:embeddedFont>
      <p:font typeface="Rubik Black" panose="020B0604020202020204" charset="-79"/>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81ED0D-38C7-4510-ADAC-BA6028C25C91}">
  <a:tblStyle styleId="{8981ED0D-38C7-4510-ADAC-BA6028C25C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3A265D7-E87B-40DA-B25E-CC80213D7B8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4d2792e9d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4d2792e9d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1125d80b4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1125d80b41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a:extLst>
            <a:ext uri="{FF2B5EF4-FFF2-40B4-BE49-F238E27FC236}">
              <a16:creationId xmlns:a16="http://schemas.microsoft.com/office/drawing/2014/main" id="{457B8AEF-130B-543A-3889-A18A05123370}"/>
            </a:ext>
          </a:extLst>
        </p:cNvPr>
        <p:cNvGrpSpPr/>
        <p:nvPr/>
      </p:nvGrpSpPr>
      <p:grpSpPr>
        <a:xfrm>
          <a:off x="0" y="0"/>
          <a:ext cx="0" cy="0"/>
          <a:chOff x="0" y="0"/>
          <a:chExt cx="0" cy="0"/>
        </a:xfrm>
      </p:grpSpPr>
      <p:sp>
        <p:nvSpPr>
          <p:cNvPr id="512" name="Google Shape;512;g13376c31365_0_0:notes">
            <a:extLst>
              <a:ext uri="{FF2B5EF4-FFF2-40B4-BE49-F238E27FC236}">
                <a16:creationId xmlns:a16="http://schemas.microsoft.com/office/drawing/2014/main" id="{FE50EEC3-0A40-6FEA-5260-E1D0298E9B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a:extLst>
              <a:ext uri="{FF2B5EF4-FFF2-40B4-BE49-F238E27FC236}">
                <a16:creationId xmlns:a16="http://schemas.microsoft.com/office/drawing/2014/main" id="{DC9CFF8F-B53B-B872-BA63-BDC880C453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0915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125d80b419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1125d80b41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a:extLst>
            <a:ext uri="{FF2B5EF4-FFF2-40B4-BE49-F238E27FC236}">
              <a16:creationId xmlns:a16="http://schemas.microsoft.com/office/drawing/2014/main" id="{24F493BF-EDD5-9A09-F959-ABB2F2B17E7D}"/>
            </a:ext>
          </a:extLst>
        </p:cNvPr>
        <p:cNvGrpSpPr/>
        <p:nvPr/>
      </p:nvGrpSpPr>
      <p:grpSpPr>
        <a:xfrm>
          <a:off x="0" y="0"/>
          <a:ext cx="0" cy="0"/>
          <a:chOff x="0" y="0"/>
          <a:chExt cx="0" cy="0"/>
        </a:xfrm>
      </p:grpSpPr>
      <p:sp>
        <p:nvSpPr>
          <p:cNvPr id="512" name="Google Shape;512;g13376c31365_0_0:notes">
            <a:extLst>
              <a:ext uri="{FF2B5EF4-FFF2-40B4-BE49-F238E27FC236}">
                <a16:creationId xmlns:a16="http://schemas.microsoft.com/office/drawing/2014/main" id="{C4BF1750-534B-E319-040A-995DFD8EF0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a:extLst>
              <a:ext uri="{FF2B5EF4-FFF2-40B4-BE49-F238E27FC236}">
                <a16:creationId xmlns:a16="http://schemas.microsoft.com/office/drawing/2014/main" id="{DCF8E054-E6EB-EF18-7EF8-D66C95FE1F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7639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a:extLst>
            <a:ext uri="{FF2B5EF4-FFF2-40B4-BE49-F238E27FC236}">
              <a16:creationId xmlns:a16="http://schemas.microsoft.com/office/drawing/2014/main" id="{396E0807-B5A8-8ADD-741C-3F59A92BED2F}"/>
            </a:ext>
          </a:extLst>
        </p:cNvPr>
        <p:cNvGrpSpPr/>
        <p:nvPr/>
      </p:nvGrpSpPr>
      <p:grpSpPr>
        <a:xfrm>
          <a:off x="0" y="0"/>
          <a:ext cx="0" cy="0"/>
          <a:chOff x="0" y="0"/>
          <a:chExt cx="0" cy="0"/>
        </a:xfrm>
      </p:grpSpPr>
      <p:sp>
        <p:nvSpPr>
          <p:cNvPr id="756" name="Google Shape;756;g1125d80b419_0_94:notes">
            <a:extLst>
              <a:ext uri="{FF2B5EF4-FFF2-40B4-BE49-F238E27FC236}">
                <a16:creationId xmlns:a16="http://schemas.microsoft.com/office/drawing/2014/main" id="{C88A5F1B-9589-CB38-931D-838031596B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a:extLst>
              <a:ext uri="{FF2B5EF4-FFF2-40B4-BE49-F238E27FC236}">
                <a16:creationId xmlns:a16="http://schemas.microsoft.com/office/drawing/2014/main" id="{4D31E117-E01F-0E48-393B-8C277B7BEC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7799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a:extLst>
            <a:ext uri="{FF2B5EF4-FFF2-40B4-BE49-F238E27FC236}">
              <a16:creationId xmlns:a16="http://schemas.microsoft.com/office/drawing/2014/main" id="{FFC87733-E1C0-2391-7B5E-4223B66F277F}"/>
            </a:ext>
          </a:extLst>
        </p:cNvPr>
        <p:cNvGrpSpPr/>
        <p:nvPr/>
      </p:nvGrpSpPr>
      <p:grpSpPr>
        <a:xfrm>
          <a:off x="0" y="0"/>
          <a:ext cx="0" cy="0"/>
          <a:chOff x="0" y="0"/>
          <a:chExt cx="0" cy="0"/>
        </a:xfrm>
      </p:grpSpPr>
      <p:sp>
        <p:nvSpPr>
          <p:cNvPr id="756" name="Google Shape;756;g1125d80b419_0_94:notes">
            <a:extLst>
              <a:ext uri="{FF2B5EF4-FFF2-40B4-BE49-F238E27FC236}">
                <a16:creationId xmlns:a16="http://schemas.microsoft.com/office/drawing/2014/main" id="{4DCE7863-3825-84B4-33F6-85A667ABF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a:extLst>
              <a:ext uri="{FF2B5EF4-FFF2-40B4-BE49-F238E27FC236}">
                <a16:creationId xmlns:a16="http://schemas.microsoft.com/office/drawing/2014/main" id="{8B7A7194-AE5A-E501-1E11-43912C3DD3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6069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a:extLst>
            <a:ext uri="{FF2B5EF4-FFF2-40B4-BE49-F238E27FC236}">
              <a16:creationId xmlns:a16="http://schemas.microsoft.com/office/drawing/2014/main" id="{FDCC0C66-5DDC-18C6-230E-3BFD378ED180}"/>
            </a:ext>
          </a:extLst>
        </p:cNvPr>
        <p:cNvGrpSpPr/>
        <p:nvPr/>
      </p:nvGrpSpPr>
      <p:grpSpPr>
        <a:xfrm>
          <a:off x="0" y="0"/>
          <a:ext cx="0" cy="0"/>
          <a:chOff x="0" y="0"/>
          <a:chExt cx="0" cy="0"/>
        </a:xfrm>
      </p:grpSpPr>
      <p:sp>
        <p:nvSpPr>
          <p:cNvPr id="756" name="Google Shape;756;g1125d80b419_0_94:notes">
            <a:extLst>
              <a:ext uri="{FF2B5EF4-FFF2-40B4-BE49-F238E27FC236}">
                <a16:creationId xmlns:a16="http://schemas.microsoft.com/office/drawing/2014/main" id="{31A25C97-6C3F-691B-4975-0A8E60A4F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a:extLst>
              <a:ext uri="{FF2B5EF4-FFF2-40B4-BE49-F238E27FC236}">
                <a16:creationId xmlns:a16="http://schemas.microsoft.com/office/drawing/2014/main" id="{94E1A90B-20A1-0882-D46F-A890977D6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629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a:extLst>
            <a:ext uri="{FF2B5EF4-FFF2-40B4-BE49-F238E27FC236}">
              <a16:creationId xmlns:a16="http://schemas.microsoft.com/office/drawing/2014/main" id="{D7A37E6C-9063-CF43-B61C-5541BB725FB8}"/>
            </a:ext>
          </a:extLst>
        </p:cNvPr>
        <p:cNvGrpSpPr/>
        <p:nvPr/>
      </p:nvGrpSpPr>
      <p:grpSpPr>
        <a:xfrm>
          <a:off x="0" y="0"/>
          <a:ext cx="0" cy="0"/>
          <a:chOff x="0" y="0"/>
          <a:chExt cx="0" cy="0"/>
        </a:xfrm>
      </p:grpSpPr>
      <p:sp>
        <p:nvSpPr>
          <p:cNvPr id="756" name="Google Shape;756;g1125d80b419_0_94:notes">
            <a:extLst>
              <a:ext uri="{FF2B5EF4-FFF2-40B4-BE49-F238E27FC236}">
                <a16:creationId xmlns:a16="http://schemas.microsoft.com/office/drawing/2014/main" id="{056B16A8-FB87-DF1A-9D67-CB61A3DF1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a:extLst>
              <a:ext uri="{FF2B5EF4-FFF2-40B4-BE49-F238E27FC236}">
                <a16:creationId xmlns:a16="http://schemas.microsoft.com/office/drawing/2014/main" id="{22CD3460-7471-32B1-28C8-4360AFCF9F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961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a:extLst>
            <a:ext uri="{FF2B5EF4-FFF2-40B4-BE49-F238E27FC236}">
              <a16:creationId xmlns:a16="http://schemas.microsoft.com/office/drawing/2014/main" id="{0784C732-2DAE-36DC-3A97-1C6288FB7275}"/>
            </a:ext>
          </a:extLst>
        </p:cNvPr>
        <p:cNvGrpSpPr/>
        <p:nvPr/>
      </p:nvGrpSpPr>
      <p:grpSpPr>
        <a:xfrm>
          <a:off x="0" y="0"/>
          <a:ext cx="0" cy="0"/>
          <a:chOff x="0" y="0"/>
          <a:chExt cx="0" cy="0"/>
        </a:xfrm>
      </p:grpSpPr>
      <p:sp>
        <p:nvSpPr>
          <p:cNvPr id="756" name="Google Shape;756;g1125d80b419_0_94:notes">
            <a:extLst>
              <a:ext uri="{FF2B5EF4-FFF2-40B4-BE49-F238E27FC236}">
                <a16:creationId xmlns:a16="http://schemas.microsoft.com/office/drawing/2014/main" id="{76C58BB9-93EA-64E9-6FDA-BBAC537819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a:extLst>
              <a:ext uri="{FF2B5EF4-FFF2-40B4-BE49-F238E27FC236}">
                <a16:creationId xmlns:a16="http://schemas.microsoft.com/office/drawing/2014/main" id="{1DC63AD8-4B0C-7D44-5B79-8FC8920571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6249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a:extLst>
            <a:ext uri="{FF2B5EF4-FFF2-40B4-BE49-F238E27FC236}">
              <a16:creationId xmlns:a16="http://schemas.microsoft.com/office/drawing/2014/main" id="{60EDE70E-1FD0-ED0C-EC14-05497701D18A}"/>
            </a:ext>
          </a:extLst>
        </p:cNvPr>
        <p:cNvGrpSpPr/>
        <p:nvPr/>
      </p:nvGrpSpPr>
      <p:grpSpPr>
        <a:xfrm>
          <a:off x="0" y="0"/>
          <a:ext cx="0" cy="0"/>
          <a:chOff x="0" y="0"/>
          <a:chExt cx="0" cy="0"/>
        </a:xfrm>
      </p:grpSpPr>
      <p:sp>
        <p:nvSpPr>
          <p:cNvPr id="512" name="Google Shape;512;g13376c31365_0_0:notes">
            <a:extLst>
              <a:ext uri="{FF2B5EF4-FFF2-40B4-BE49-F238E27FC236}">
                <a16:creationId xmlns:a16="http://schemas.microsoft.com/office/drawing/2014/main" id="{C36A1B2E-59BE-30EF-90F2-781BC8ED59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a:extLst>
              <a:ext uri="{FF2B5EF4-FFF2-40B4-BE49-F238E27FC236}">
                <a16:creationId xmlns:a16="http://schemas.microsoft.com/office/drawing/2014/main" id="{B470C2BD-4864-CCFA-6B77-B13601AC87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4590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4e1613f9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 name="Google Shape;19;p2"/>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2"/>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27;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 name="Google Shape;28;p2"/>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2"/>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30;p2"/>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1" name="Google Shape;31;p2"/>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32" name="Google Shape;32;p2"/>
          <p:cNvSpPr txBox="1">
            <a:spLocks noGrp="1"/>
          </p:cNvSpPr>
          <p:nvPr>
            <p:ph type="subTitle" idx="1"/>
          </p:nvPr>
        </p:nvSpPr>
        <p:spPr>
          <a:xfrm>
            <a:off x="182880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3"/>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42" name="Google Shape;42;p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43" name="Google Shape;43;p3"/>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3"/>
              <p:cNvCxnSpPr/>
              <p:nvPr/>
            </p:nvCxnSpPr>
            <p:spPr>
              <a:xfrm>
                <a:off x="6827699" y="1017288"/>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45" name="Google Shape;45;p3"/>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6" name="Google Shape;46;p3"/>
          <p:cNvSpPr txBox="1">
            <a:spLocks noGrp="1"/>
          </p:cNvSpPr>
          <p:nvPr>
            <p:ph type="title" idx="2" hasCustomPrompt="1"/>
          </p:nvPr>
        </p:nvSpPr>
        <p:spPr>
          <a:xfrm>
            <a:off x="947550" y="679350"/>
            <a:ext cx="1368300" cy="137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pic>
        <p:nvPicPr>
          <p:cNvPr id="82" name="Google Shape;82;p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83" name="Google Shape;83;p6"/>
          <p:cNvGrpSpPr/>
          <p:nvPr/>
        </p:nvGrpSpPr>
        <p:grpSpPr>
          <a:xfrm>
            <a:off x="274200" y="274200"/>
            <a:ext cx="8687100" cy="4686600"/>
            <a:chOff x="274200" y="274200"/>
            <a:chExt cx="8687100" cy="4686600"/>
          </a:xfrm>
        </p:grpSpPr>
        <p:sp>
          <p:nvSpPr>
            <p:cNvPr id="84" name="Google Shape;84;p6"/>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6"/>
            <p:cNvGrpSpPr/>
            <p:nvPr/>
          </p:nvGrpSpPr>
          <p:grpSpPr>
            <a:xfrm>
              <a:off x="274200" y="274200"/>
              <a:ext cx="8595900" cy="4595100"/>
              <a:chOff x="274200" y="274200"/>
              <a:chExt cx="8595900" cy="4595100"/>
            </a:xfrm>
          </p:grpSpPr>
          <p:grpSp>
            <p:nvGrpSpPr>
              <p:cNvPr id="86" name="Google Shape;86;p6"/>
              <p:cNvGrpSpPr/>
              <p:nvPr/>
            </p:nvGrpSpPr>
            <p:grpSpPr>
              <a:xfrm>
                <a:off x="274200" y="274200"/>
                <a:ext cx="8595900" cy="4595100"/>
                <a:chOff x="274200" y="274200"/>
                <a:chExt cx="8595900" cy="4595100"/>
              </a:xfrm>
            </p:grpSpPr>
            <p:sp>
              <p:nvSpPr>
                <p:cNvPr id="87" name="Google Shape;87;p6"/>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6"/>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89" name="Google Shape;89;p6"/>
              <p:cNvGrpSpPr/>
              <p:nvPr/>
            </p:nvGrpSpPr>
            <p:grpSpPr>
              <a:xfrm>
                <a:off x="8595300" y="365550"/>
                <a:ext cx="183000" cy="183000"/>
                <a:chOff x="8225400" y="367488"/>
                <a:chExt cx="183000" cy="183000"/>
              </a:xfrm>
            </p:grpSpPr>
            <p:cxnSp>
              <p:nvCxnSpPr>
                <p:cNvPr id="90" name="Google Shape;90;p6"/>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91" name="Google Shape;91;p6"/>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92" name="Google Shape;92;p6"/>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3" name="Google Shape;93;p6"/>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94" name="Google Shape;94;p6"/>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9"/>
        <p:cNvGrpSpPr/>
        <p:nvPr/>
      </p:nvGrpSpPr>
      <p:grpSpPr>
        <a:xfrm>
          <a:off x="0" y="0"/>
          <a:ext cx="0" cy="0"/>
          <a:chOff x="0" y="0"/>
          <a:chExt cx="0" cy="0"/>
        </a:xfrm>
      </p:grpSpPr>
      <p:pic>
        <p:nvPicPr>
          <p:cNvPr id="120" name="Google Shape;120;p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21" name="Google Shape;121;p8"/>
          <p:cNvGrpSpPr/>
          <p:nvPr/>
        </p:nvGrpSpPr>
        <p:grpSpPr>
          <a:xfrm>
            <a:off x="2028115" y="535000"/>
            <a:ext cx="6492300" cy="3749100"/>
            <a:chOff x="1371300" y="742950"/>
            <a:chExt cx="6492300" cy="3749100"/>
          </a:xfrm>
        </p:grpSpPr>
        <p:sp>
          <p:nvSpPr>
            <p:cNvPr id="122" name="Google Shape;12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8"/>
            <p:cNvGrpSpPr/>
            <p:nvPr/>
          </p:nvGrpSpPr>
          <p:grpSpPr>
            <a:xfrm>
              <a:off x="1371300" y="742950"/>
              <a:ext cx="6401400" cy="3657600"/>
              <a:chOff x="1371300" y="742950"/>
              <a:chExt cx="6401400" cy="3657600"/>
            </a:xfrm>
          </p:grpSpPr>
          <p:sp>
            <p:nvSpPr>
              <p:cNvPr id="124" name="Google Shape;12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26" name="Google Shape;126;p8"/>
              <p:cNvGrpSpPr/>
              <p:nvPr/>
            </p:nvGrpSpPr>
            <p:grpSpPr>
              <a:xfrm>
                <a:off x="7498200" y="834288"/>
                <a:ext cx="183000" cy="183000"/>
                <a:chOff x="8225400" y="367488"/>
                <a:chExt cx="183000" cy="183000"/>
              </a:xfrm>
            </p:grpSpPr>
            <p:cxnSp>
              <p:nvCxnSpPr>
                <p:cNvPr id="127" name="Google Shape;12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28" name="Google Shape;12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29" name="Google Shape;12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 name="Google Shape;13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31" name="Google Shape;131;p8"/>
          <p:cNvGrpSpPr/>
          <p:nvPr/>
        </p:nvGrpSpPr>
        <p:grpSpPr>
          <a:xfrm>
            <a:off x="1371300" y="742950"/>
            <a:ext cx="6492300" cy="3749100"/>
            <a:chOff x="1371300" y="742950"/>
            <a:chExt cx="6492300" cy="3749100"/>
          </a:xfrm>
        </p:grpSpPr>
        <p:sp>
          <p:nvSpPr>
            <p:cNvPr id="132" name="Google Shape;13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8"/>
            <p:cNvGrpSpPr/>
            <p:nvPr/>
          </p:nvGrpSpPr>
          <p:grpSpPr>
            <a:xfrm>
              <a:off x="1371300" y="742950"/>
              <a:ext cx="6401400" cy="3657600"/>
              <a:chOff x="1371300" y="742950"/>
              <a:chExt cx="6401400" cy="3657600"/>
            </a:xfrm>
          </p:grpSpPr>
          <p:sp>
            <p:nvSpPr>
              <p:cNvPr id="134" name="Google Shape;13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5" name="Google Shape;13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36" name="Google Shape;136;p8"/>
              <p:cNvGrpSpPr/>
              <p:nvPr/>
            </p:nvGrpSpPr>
            <p:grpSpPr>
              <a:xfrm>
                <a:off x="7498200" y="834288"/>
                <a:ext cx="183000" cy="183000"/>
                <a:chOff x="8225400" y="367488"/>
                <a:chExt cx="183000" cy="183000"/>
              </a:xfrm>
            </p:grpSpPr>
            <p:cxnSp>
              <p:nvCxnSpPr>
                <p:cNvPr id="137" name="Google Shape;13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38" name="Google Shape;13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39" name="Google Shape;13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 name="Google Shape;14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41" name="Google Shape;141;p8"/>
          <p:cNvSpPr txBox="1">
            <a:spLocks noGrp="1"/>
          </p:cNvSpPr>
          <p:nvPr>
            <p:ph type="title"/>
          </p:nvPr>
        </p:nvSpPr>
        <p:spPr>
          <a:xfrm>
            <a:off x="1828800" y="1307100"/>
            <a:ext cx="5486400" cy="27432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8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0" name="Google Shape;190;p13"/>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93" name="Google Shape;193;p1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4" name="Google Shape;194;p13"/>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5" name="Google Shape;195;p13"/>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96" name="Google Shape;196;p13"/>
          <p:cNvSpPr txBox="1">
            <a:spLocks noGrp="1"/>
          </p:cNvSpPr>
          <p:nvPr>
            <p:ph type="subTitle" idx="1"/>
          </p:nvPr>
        </p:nvSpPr>
        <p:spPr>
          <a:xfrm>
            <a:off x="1957976" y="180287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7" name="Google Shape;197;p13"/>
          <p:cNvSpPr txBox="1">
            <a:spLocks noGrp="1"/>
          </p:cNvSpPr>
          <p:nvPr>
            <p:ph type="subTitle" idx="2"/>
          </p:nvPr>
        </p:nvSpPr>
        <p:spPr>
          <a:xfrm>
            <a:off x="1957956" y="33991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8" name="Google Shape;198;p13"/>
          <p:cNvSpPr txBox="1">
            <a:spLocks noGrp="1"/>
          </p:cNvSpPr>
          <p:nvPr>
            <p:ph type="subTitle" idx="3"/>
          </p:nvPr>
        </p:nvSpPr>
        <p:spPr>
          <a:xfrm>
            <a:off x="5997466" y="1803588"/>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9" name="Google Shape;199;p13"/>
          <p:cNvSpPr txBox="1">
            <a:spLocks noGrp="1"/>
          </p:cNvSpPr>
          <p:nvPr>
            <p:ph type="subTitle" idx="4"/>
          </p:nvPr>
        </p:nvSpPr>
        <p:spPr>
          <a:xfrm>
            <a:off x="6043506" y="3399143"/>
            <a:ext cx="22860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0" name="Google Shape;200;p13"/>
          <p:cNvSpPr txBox="1">
            <a:spLocks noGrp="1"/>
          </p:cNvSpPr>
          <p:nvPr>
            <p:ph type="title" hasCustomPrompt="1"/>
          </p:nvPr>
        </p:nvSpPr>
        <p:spPr>
          <a:xfrm>
            <a:off x="769317" y="1802875"/>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2" name="Google Shape;202;p13"/>
          <p:cNvSpPr txBox="1">
            <a:spLocks noGrp="1"/>
          </p:cNvSpPr>
          <p:nvPr>
            <p:ph type="title" idx="6" hasCustomPrompt="1"/>
          </p:nvPr>
        </p:nvSpPr>
        <p:spPr>
          <a:xfrm>
            <a:off x="4808859" y="180360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title" idx="8" hasCustomPrompt="1"/>
          </p:nvPr>
        </p:nvSpPr>
        <p:spPr>
          <a:xfrm>
            <a:off x="769347" y="339915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title" idx="13" hasCustomPrompt="1"/>
          </p:nvPr>
        </p:nvSpPr>
        <p:spPr>
          <a:xfrm>
            <a:off x="4854897" y="3399143"/>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77"/>
        <p:cNvGrpSpPr/>
        <p:nvPr/>
      </p:nvGrpSpPr>
      <p:grpSpPr>
        <a:xfrm>
          <a:off x="0" y="0"/>
          <a:ext cx="0" cy="0"/>
          <a:chOff x="0" y="0"/>
          <a:chExt cx="0" cy="0"/>
        </a:xfrm>
      </p:grpSpPr>
      <p:pic>
        <p:nvPicPr>
          <p:cNvPr id="278" name="Google Shape;278;p1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79" name="Google Shape;279;p18"/>
          <p:cNvGrpSpPr/>
          <p:nvPr/>
        </p:nvGrpSpPr>
        <p:grpSpPr>
          <a:xfrm>
            <a:off x="274200" y="274200"/>
            <a:ext cx="8687100" cy="4686600"/>
            <a:chOff x="274200" y="274200"/>
            <a:chExt cx="8687100" cy="4686600"/>
          </a:xfrm>
        </p:grpSpPr>
        <p:sp>
          <p:nvSpPr>
            <p:cNvPr id="280" name="Google Shape;280;p18"/>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18"/>
            <p:cNvGrpSpPr/>
            <p:nvPr/>
          </p:nvGrpSpPr>
          <p:grpSpPr>
            <a:xfrm>
              <a:off x="274200" y="274200"/>
              <a:ext cx="8595900" cy="4595100"/>
              <a:chOff x="274200" y="274200"/>
              <a:chExt cx="8595900" cy="4595100"/>
            </a:xfrm>
          </p:grpSpPr>
          <p:grpSp>
            <p:nvGrpSpPr>
              <p:cNvPr id="282" name="Google Shape;282;p18"/>
              <p:cNvGrpSpPr/>
              <p:nvPr/>
            </p:nvGrpSpPr>
            <p:grpSpPr>
              <a:xfrm>
                <a:off x="274200" y="274200"/>
                <a:ext cx="8595900" cy="4595100"/>
                <a:chOff x="274200" y="274200"/>
                <a:chExt cx="8595900" cy="4595100"/>
              </a:xfrm>
            </p:grpSpPr>
            <p:sp>
              <p:nvSpPr>
                <p:cNvPr id="283" name="Google Shape;283;p18"/>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18"/>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285" name="Google Shape;285;p18"/>
              <p:cNvGrpSpPr/>
              <p:nvPr/>
            </p:nvGrpSpPr>
            <p:grpSpPr>
              <a:xfrm>
                <a:off x="8595300" y="365550"/>
                <a:ext cx="183000" cy="183000"/>
                <a:chOff x="8225400" y="367488"/>
                <a:chExt cx="183000" cy="183000"/>
              </a:xfrm>
            </p:grpSpPr>
            <p:cxnSp>
              <p:nvCxnSpPr>
                <p:cNvPr id="286" name="Google Shape;286;p1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87" name="Google Shape;287;p1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8" name="Google Shape;288;p18"/>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9" name="Google Shape;289;p18"/>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90" name="Google Shape;290;p18"/>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1" name="Google Shape;291;p18"/>
          <p:cNvSpPr txBox="1">
            <a:spLocks noGrp="1"/>
          </p:cNvSpPr>
          <p:nvPr>
            <p:ph type="subTitle" idx="1"/>
          </p:nvPr>
        </p:nvSpPr>
        <p:spPr>
          <a:xfrm>
            <a:off x="780350" y="2571436"/>
            <a:ext cx="21972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2" name="Google Shape;292;p18"/>
          <p:cNvSpPr txBox="1">
            <a:spLocks noGrp="1"/>
          </p:cNvSpPr>
          <p:nvPr>
            <p:ph type="subTitle" idx="2"/>
          </p:nvPr>
        </p:nvSpPr>
        <p:spPr>
          <a:xfrm>
            <a:off x="7817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18"/>
          <p:cNvSpPr txBox="1">
            <a:spLocks noGrp="1"/>
          </p:cNvSpPr>
          <p:nvPr>
            <p:ph type="subTitle" idx="3"/>
          </p:nvPr>
        </p:nvSpPr>
        <p:spPr>
          <a:xfrm>
            <a:off x="34748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4" name="Google Shape;294;p18"/>
          <p:cNvSpPr txBox="1">
            <a:spLocks noGrp="1"/>
          </p:cNvSpPr>
          <p:nvPr>
            <p:ph type="subTitle" idx="4"/>
          </p:nvPr>
        </p:nvSpPr>
        <p:spPr>
          <a:xfrm>
            <a:off x="6167776" y="3053833"/>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18"/>
          <p:cNvSpPr txBox="1">
            <a:spLocks noGrp="1"/>
          </p:cNvSpPr>
          <p:nvPr>
            <p:ph type="subTitle" idx="5"/>
          </p:nvPr>
        </p:nvSpPr>
        <p:spPr>
          <a:xfrm>
            <a:off x="3474800" y="2571425"/>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6" name="Google Shape;296;p18"/>
          <p:cNvSpPr txBox="1">
            <a:spLocks noGrp="1"/>
          </p:cNvSpPr>
          <p:nvPr>
            <p:ph type="subTitle" idx="6"/>
          </p:nvPr>
        </p:nvSpPr>
        <p:spPr>
          <a:xfrm>
            <a:off x="6167776" y="2571426"/>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Black"/>
              <a:buNone/>
              <a:defRPr sz="3500">
                <a:solidFill>
                  <a:schemeClr val="dk1"/>
                </a:solidFill>
                <a:latin typeface="Rubik Black"/>
                <a:ea typeface="Rubik Black"/>
                <a:cs typeface="Rubik Black"/>
                <a:sym typeface="Rubik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4" r:id="rId4"/>
    <p:sldLayoutId id="2147483658" r:id="rId5"/>
    <p:sldLayoutId id="2147483659" r:id="rId6"/>
    <p:sldLayoutId id="2147483664"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guide id="5" pos="2880">
          <p15:clr>
            <a:srgbClr val="EA4335"/>
          </p15:clr>
        </p15:guide>
        <p15:guide id="6" orient="horz" pos="1620">
          <p15:clr>
            <a:srgbClr val="EA4335"/>
          </p15:clr>
        </p15:guide>
        <p15:guide id="7" pos="173">
          <p15:clr>
            <a:srgbClr val="EA4335"/>
          </p15:clr>
        </p15:guide>
        <p15:guide id="8" orient="horz" pos="173">
          <p15:clr>
            <a:srgbClr val="EA4335"/>
          </p15:clr>
        </p15:guide>
        <p15:guide id="9" pos="5587">
          <p15:clr>
            <a:srgbClr val="EA4335"/>
          </p15:clr>
        </p15:guide>
        <p15:guide id="10" orient="horz" pos="306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jp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6.jpg"/><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9.jpg"/><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9"/>
          <p:cNvSpPr txBox="1">
            <a:spLocks noGrp="1"/>
          </p:cNvSpPr>
          <p:nvPr>
            <p:ph type="ctrTitle"/>
          </p:nvPr>
        </p:nvSpPr>
        <p:spPr>
          <a:xfrm>
            <a:off x="1828800" y="1080598"/>
            <a:ext cx="5486400" cy="2469000"/>
          </a:xfrm>
          <a:prstGeom prst="rect">
            <a:avLst/>
          </a:prstGeom>
        </p:spPr>
        <p:txBody>
          <a:bodyPr spcFirstLastPara="1" wrap="square" lIns="91425" tIns="91425" rIns="91425" bIns="91425" anchor="ctr" anchorCtr="0">
            <a:noAutofit/>
          </a:bodyPr>
          <a:lstStyle/>
          <a:p>
            <a:pPr lvl="0"/>
            <a:r>
              <a:rPr lang="en-US" sz="4700" b="1" dirty="0" err="1">
                <a:latin typeface="Times New Roman" panose="02020603050405020304" pitchFamily="18" charset="0"/>
                <a:cs typeface="Times New Roman" panose="02020603050405020304" pitchFamily="18" charset="0"/>
              </a:rPr>
              <a:t>Xây</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dựng</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ứng</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dụng</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phân</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loại</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sâu</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hại</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trên</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cây</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sầu</a:t>
            </a:r>
            <a:r>
              <a:rPr lang="en-US" sz="4700" b="1" dirty="0">
                <a:latin typeface="Times New Roman" panose="02020603050405020304" pitchFamily="18" charset="0"/>
                <a:cs typeface="Times New Roman" panose="02020603050405020304" pitchFamily="18" charset="0"/>
              </a:rPr>
              <a:t> </a:t>
            </a:r>
            <a:r>
              <a:rPr lang="en-US" sz="4700" b="1" dirty="0" err="1">
                <a:latin typeface="Times New Roman" panose="02020603050405020304" pitchFamily="18" charset="0"/>
                <a:cs typeface="Times New Roman" panose="02020603050405020304" pitchFamily="18" charset="0"/>
              </a:rPr>
              <a:t>riêng</a:t>
            </a:r>
            <a:endParaRPr sz="4700" b="1" dirty="0">
              <a:latin typeface="Times New Roman" panose="02020603050405020304" pitchFamily="18" charset="0"/>
              <a:cs typeface="Times New Roman" panose="02020603050405020304" pitchFamily="18" charset="0"/>
            </a:endParaRPr>
          </a:p>
        </p:txBody>
      </p:sp>
      <p:sp>
        <p:nvSpPr>
          <p:cNvPr id="413" name="Google Shape;413;p29"/>
          <p:cNvSpPr txBox="1">
            <a:spLocks noGrp="1"/>
          </p:cNvSpPr>
          <p:nvPr>
            <p:ph type="subTitle" idx="1"/>
          </p:nvPr>
        </p:nvSpPr>
        <p:spPr>
          <a:xfrm>
            <a:off x="1828800" y="3877100"/>
            <a:ext cx="54864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414" name="Google Shape;414;p29"/>
          <p:cNvSpPr/>
          <p:nvPr/>
        </p:nvSpPr>
        <p:spPr>
          <a:xfrm rot="-2700000">
            <a:off x="7125203" y="405019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29"/>
          <p:cNvGrpSpPr/>
          <p:nvPr/>
        </p:nvGrpSpPr>
        <p:grpSpPr>
          <a:xfrm>
            <a:off x="136938" y="2571748"/>
            <a:ext cx="1827475" cy="1051350"/>
            <a:chOff x="274188" y="1278048"/>
            <a:chExt cx="1827475" cy="1051350"/>
          </a:xfrm>
        </p:grpSpPr>
        <p:sp>
          <p:nvSpPr>
            <p:cNvPr id="416" name="Google Shape;416;p29"/>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29"/>
            <p:cNvGrpSpPr/>
            <p:nvPr/>
          </p:nvGrpSpPr>
          <p:grpSpPr>
            <a:xfrm>
              <a:off x="274188" y="1278048"/>
              <a:ext cx="1737300" cy="960000"/>
              <a:chOff x="7146475" y="2190661"/>
              <a:chExt cx="1737300" cy="960000"/>
            </a:xfrm>
          </p:grpSpPr>
          <p:sp>
            <p:nvSpPr>
              <p:cNvPr id="418" name="Google Shape;418;p29"/>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9" name="Google Shape;419;p29"/>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420" name="Google Shape;420;p29"/>
            <p:cNvGrpSpPr/>
            <p:nvPr/>
          </p:nvGrpSpPr>
          <p:grpSpPr>
            <a:xfrm>
              <a:off x="447057" y="1555937"/>
              <a:ext cx="1391436" cy="587426"/>
              <a:chOff x="817139" y="2952501"/>
              <a:chExt cx="1391436" cy="587426"/>
            </a:xfrm>
          </p:grpSpPr>
          <p:sp>
            <p:nvSpPr>
              <p:cNvPr id="421" name="Google Shape;421;p29"/>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817139" y="3173107"/>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6" name="Google Shape;426;p29"/>
          <p:cNvSpPr/>
          <p:nvPr/>
        </p:nvSpPr>
        <p:spPr>
          <a:xfrm>
            <a:off x="1099325" y="425927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7" name="Google Shape;427;p29"/>
          <p:cNvGrpSpPr/>
          <p:nvPr/>
        </p:nvGrpSpPr>
        <p:grpSpPr>
          <a:xfrm>
            <a:off x="6761147" y="3414805"/>
            <a:ext cx="689546" cy="208288"/>
            <a:chOff x="6761147" y="3414805"/>
            <a:chExt cx="689546" cy="208288"/>
          </a:xfrm>
        </p:grpSpPr>
        <p:sp>
          <p:nvSpPr>
            <p:cNvPr id="428" name="Google Shape;428;p29"/>
            <p:cNvSpPr/>
            <p:nvPr/>
          </p:nvSpPr>
          <p:spPr>
            <a:xfrm>
              <a:off x="6993487" y="35634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6761147" y="34148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9"/>
          <p:cNvGrpSpPr/>
          <p:nvPr/>
        </p:nvGrpSpPr>
        <p:grpSpPr>
          <a:xfrm>
            <a:off x="136938" y="1047512"/>
            <a:ext cx="1371600" cy="1375875"/>
            <a:chOff x="299013" y="1079125"/>
            <a:chExt cx="1371600" cy="1375875"/>
          </a:xfrm>
        </p:grpSpPr>
        <p:sp>
          <p:nvSpPr>
            <p:cNvPr id="431" name="Google Shape;431;p29"/>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9"/>
            <p:cNvGrpSpPr/>
            <p:nvPr/>
          </p:nvGrpSpPr>
          <p:grpSpPr>
            <a:xfrm>
              <a:off x="396400" y="1384064"/>
              <a:ext cx="1085400" cy="635100"/>
              <a:chOff x="396400" y="1399225"/>
              <a:chExt cx="1085400" cy="635100"/>
            </a:xfrm>
          </p:grpSpPr>
          <p:sp>
            <p:nvSpPr>
              <p:cNvPr id="434" name="Google Shape;434;p29"/>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29"/>
              <p:cNvGrpSpPr/>
              <p:nvPr/>
            </p:nvGrpSpPr>
            <p:grpSpPr>
              <a:xfrm>
                <a:off x="712181" y="1506835"/>
                <a:ext cx="453838" cy="419880"/>
                <a:chOff x="733647" y="1423686"/>
                <a:chExt cx="453838" cy="419880"/>
              </a:xfrm>
            </p:grpSpPr>
            <p:sp>
              <p:nvSpPr>
                <p:cNvPr id="436" name="Google Shape;436;p29"/>
                <p:cNvSpPr/>
                <p:nvPr/>
              </p:nvSpPr>
              <p:spPr>
                <a:xfrm>
                  <a:off x="733647" y="1423686"/>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898875" y="1539755"/>
                  <a:ext cx="163003" cy="188911"/>
                </a:xfrm>
                <a:custGeom>
                  <a:avLst/>
                  <a:gdLst/>
                  <a:ahLst/>
                  <a:cxnLst/>
                  <a:rect l="l" t="t" r="r" b="b"/>
                  <a:pathLst>
                    <a:path w="3513" h="4074" extrusionOk="0">
                      <a:moveTo>
                        <a:pt x="1" y="0"/>
                      </a:moveTo>
                      <a:lnTo>
                        <a:pt x="1" y="4073"/>
                      </a:lnTo>
                      <a:lnTo>
                        <a:pt x="3513" y="2024"/>
                      </a:lnTo>
                      <a:lnTo>
                        <a:pt x="1" y="0"/>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 name="Google Shape;438;p29"/>
            <p:cNvGrpSpPr/>
            <p:nvPr/>
          </p:nvGrpSpPr>
          <p:grpSpPr>
            <a:xfrm>
              <a:off x="396391" y="2141102"/>
              <a:ext cx="1085342" cy="96171"/>
              <a:chOff x="417899" y="2116530"/>
              <a:chExt cx="1085342" cy="96171"/>
            </a:xfrm>
          </p:grpSpPr>
          <p:sp>
            <p:nvSpPr>
              <p:cNvPr id="439" name="Google Shape;439;p29"/>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1" name="Google Shape;441;p29"/>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grpSp>
        <p:nvGrpSpPr>
          <p:cNvPr id="442" name="Google Shape;442;p29"/>
          <p:cNvGrpSpPr/>
          <p:nvPr/>
        </p:nvGrpSpPr>
        <p:grpSpPr>
          <a:xfrm>
            <a:off x="7450704" y="1174899"/>
            <a:ext cx="1646100" cy="1188900"/>
            <a:chOff x="7403363" y="1047512"/>
            <a:chExt cx="1646100" cy="1188900"/>
          </a:xfrm>
        </p:grpSpPr>
        <p:sp>
          <p:nvSpPr>
            <p:cNvPr id="443" name="Google Shape;443;p29"/>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5" name="Google Shape;445;p29"/>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446" name="Google Shape;446;p29"/>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29"/>
            <p:cNvGrpSpPr/>
            <p:nvPr/>
          </p:nvGrpSpPr>
          <p:grpSpPr>
            <a:xfrm>
              <a:off x="7770652" y="1367593"/>
              <a:ext cx="820034" cy="187786"/>
              <a:chOff x="4005100" y="3437025"/>
              <a:chExt cx="535375" cy="122600"/>
            </a:xfrm>
          </p:grpSpPr>
          <p:sp>
            <p:nvSpPr>
              <p:cNvPr id="450" name="Google Shape;450;p29"/>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29"/>
          <p:cNvGrpSpPr/>
          <p:nvPr/>
        </p:nvGrpSpPr>
        <p:grpSpPr>
          <a:xfrm>
            <a:off x="7855413" y="2571747"/>
            <a:ext cx="836668" cy="1371596"/>
            <a:chOff x="2771692" y="3497697"/>
            <a:chExt cx="836668" cy="1371596"/>
          </a:xfrm>
        </p:grpSpPr>
        <p:sp>
          <p:nvSpPr>
            <p:cNvPr id="453" name="Google Shape;453;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3202911" y="3533904"/>
              <a:ext cx="371149" cy="686979"/>
            </a:xfrm>
            <a:custGeom>
              <a:avLst/>
              <a:gdLst/>
              <a:ahLst/>
              <a:cxnLst/>
              <a:rect l="l" t="t" r="r" b="b"/>
              <a:pathLst>
                <a:path w="4220" h="7855" extrusionOk="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3129912" y="3708819"/>
              <a:ext cx="120228" cy="373356"/>
            </a:xfrm>
            <a:custGeom>
              <a:avLst/>
              <a:gdLst/>
              <a:ahLst/>
              <a:cxnLst/>
              <a:rect l="l" t="t" r="r" b="b"/>
              <a:pathLst>
                <a:path w="1367" h="4269" extrusionOk="0">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2806080" y="3533904"/>
              <a:ext cx="371149" cy="686979"/>
            </a:xfrm>
            <a:custGeom>
              <a:avLst/>
              <a:gdLst/>
              <a:ahLst/>
              <a:cxnLst/>
              <a:rect l="l" t="t" r="r" b="b"/>
              <a:pathLst>
                <a:path w="4220" h="7855" extrusionOk="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2806080" y="4150392"/>
              <a:ext cx="767979" cy="684792"/>
            </a:xfrm>
            <a:custGeom>
              <a:avLst/>
              <a:gdLst/>
              <a:ahLst/>
              <a:cxnLst/>
              <a:rect l="l" t="t" r="r" b="b"/>
              <a:pathLst>
                <a:path w="8732" h="7830" extrusionOk="0">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3505371" y="4248519"/>
              <a:ext cx="34388" cy="266658"/>
            </a:xfrm>
            <a:custGeom>
              <a:avLst/>
              <a:gdLst/>
              <a:ahLst/>
              <a:cxnLst/>
              <a:rect l="l" t="t" r="r" b="b"/>
              <a:pathLst>
                <a:path w="391" h="3049" extrusionOk="0">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3202911" y="3533904"/>
              <a:ext cx="371149" cy="633630"/>
            </a:xfrm>
            <a:custGeom>
              <a:avLst/>
              <a:gdLst/>
              <a:ahLst/>
              <a:cxnLst/>
              <a:rect l="l" t="t" r="r" b="b"/>
              <a:pathLst>
                <a:path w="4220" h="7245" extrusionOk="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3329471" y="4150392"/>
              <a:ext cx="246788" cy="667738"/>
            </a:xfrm>
            <a:custGeom>
              <a:avLst/>
              <a:gdLst/>
              <a:ahLst/>
              <a:cxnLst/>
              <a:rect l="l" t="t" r="r" b="b"/>
              <a:pathLst>
                <a:path w="2806" h="7635" extrusionOk="0">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3138531" y="3728060"/>
              <a:ext cx="111609" cy="373356"/>
            </a:xfrm>
            <a:custGeom>
              <a:avLst/>
              <a:gdLst/>
              <a:ahLst/>
              <a:cxnLst/>
              <a:rect l="l" t="t" r="r" b="b"/>
              <a:pathLst>
                <a:path w="1269" h="4269" extrusionOk="0">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87" name="Google Shape;487;p31"/>
          <p:cNvGrpSpPr/>
          <p:nvPr/>
        </p:nvGrpSpPr>
        <p:grpSpPr>
          <a:xfrm>
            <a:off x="714750" y="1302470"/>
            <a:ext cx="3338500" cy="1046857"/>
            <a:chOff x="4754850" y="1600325"/>
            <a:chExt cx="3771900" cy="1412550"/>
          </a:xfrm>
        </p:grpSpPr>
        <p:sp>
          <p:nvSpPr>
            <p:cNvPr id="488" name="Google Shape;488;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p:cNvSpPr txBox="1">
            <a:spLocks noGrp="1"/>
          </p:cNvSpPr>
          <p:nvPr>
            <p:ph type="subTitle" idx="1"/>
          </p:nvPr>
        </p:nvSpPr>
        <p:spPr>
          <a:xfrm>
            <a:off x="1616179" y="1571952"/>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Introduction</a:t>
            </a:r>
            <a:endParaRPr dirty="0"/>
          </a:p>
        </p:txBody>
      </p:sp>
      <p:sp>
        <p:nvSpPr>
          <p:cNvPr id="498" name="Google Shape;498;p31"/>
          <p:cNvSpPr txBox="1">
            <a:spLocks noGrp="1"/>
          </p:cNvSpPr>
          <p:nvPr>
            <p:ph type="title"/>
          </p:nvPr>
        </p:nvSpPr>
        <p:spPr>
          <a:xfrm>
            <a:off x="660766" y="1452731"/>
            <a:ext cx="1134675" cy="79688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504" name="Google Shape;504;p31"/>
          <p:cNvSpPr txBox="1">
            <a:spLocks noGrp="1"/>
          </p:cNvSpPr>
          <p:nvPr>
            <p:ph type="title" idx="15"/>
          </p:nvPr>
        </p:nvSpPr>
        <p:spPr>
          <a:xfrm>
            <a:off x="715600" y="663052"/>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487;p31">
            <a:extLst>
              <a:ext uri="{FF2B5EF4-FFF2-40B4-BE49-F238E27FC236}">
                <a16:creationId xmlns:a16="http://schemas.microsoft.com/office/drawing/2014/main" id="{96736FAA-9BC8-0A11-2515-3068DDDD340D}"/>
              </a:ext>
            </a:extLst>
          </p:cNvPr>
          <p:cNvGrpSpPr/>
          <p:nvPr/>
        </p:nvGrpSpPr>
        <p:grpSpPr>
          <a:xfrm>
            <a:off x="4625984" y="1309137"/>
            <a:ext cx="3338500" cy="1046857"/>
            <a:chOff x="4754850" y="1600325"/>
            <a:chExt cx="3771900" cy="1412550"/>
          </a:xfrm>
        </p:grpSpPr>
        <p:sp>
          <p:nvSpPr>
            <p:cNvPr id="23" name="Google Shape;488;p31">
              <a:extLst>
                <a:ext uri="{FF2B5EF4-FFF2-40B4-BE49-F238E27FC236}">
                  <a16:creationId xmlns:a16="http://schemas.microsoft.com/office/drawing/2014/main" id="{FB2C5930-2CAB-BBDE-7CF8-55270AF069AF}"/>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89;p31">
              <a:extLst>
                <a:ext uri="{FF2B5EF4-FFF2-40B4-BE49-F238E27FC236}">
                  <a16:creationId xmlns:a16="http://schemas.microsoft.com/office/drawing/2014/main" id="{1199FD65-54E3-1EDF-5E16-12F8B709CD9F}"/>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 name="Google Shape;490;p31">
              <a:extLst>
                <a:ext uri="{FF2B5EF4-FFF2-40B4-BE49-F238E27FC236}">
                  <a16:creationId xmlns:a16="http://schemas.microsoft.com/office/drawing/2014/main" id="{B40BC2CB-C751-40AF-C675-F4C775BA3C63}"/>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26" name="Google Shape;495;p31">
            <a:extLst>
              <a:ext uri="{FF2B5EF4-FFF2-40B4-BE49-F238E27FC236}">
                <a16:creationId xmlns:a16="http://schemas.microsoft.com/office/drawing/2014/main" id="{FC01BC70-B0A4-682C-5B12-F8DA37050617}"/>
              </a:ext>
            </a:extLst>
          </p:cNvPr>
          <p:cNvSpPr txBox="1">
            <a:spLocks/>
          </p:cNvSpPr>
          <p:nvPr/>
        </p:nvSpPr>
        <p:spPr>
          <a:xfrm>
            <a:off x="5760659" y="1743882"/>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err="1"/>
              <a:t>Usecase</a:t>
            </a:r>
            <a:r>
              <a:rPr lang="en-US" dirty="0"/>
              <a:t> </a:t>
            </a:r>
            <a:r>
              <a:rPr lang="en-US" dirty="0" err="1"/>
              <a:t>diagaram</a:t>
            </a:r>
            <a:endParaRPr lang="en-US" dirty="0"/>
          </a:p>
        </p:txBody>
      </p:sp>
      <p:sp>
        <p:nvSpPr>
          <p:cNvPr id="27" name="Google Shape;498;p31">
            <a:extLst>
              <a:ext uri="{FF2B5EF4-FFF2-40B4-BE49-F238E27FC236}">
                <a16:creationId xmlns:a16="http://schemas.microsoft.com/office/drawing/2014/main" id="{858CB834-33DF-D23C-BFB5-C2AD29EB323F}"/>
              </a:ext>
            </a:extLst>
          </p:cNvPr>
          <p:cNvSpPr txBox="1">
            <a:spLocks/>
          </p:cNvSpPr>
          <p:nvPr/>
        </p:nvSpPr>
        <p:spPr>
          <a:xfrm>
            <a:off x="4572000" y="1459398"/>
            <a:ext cx="1134675" cy="7968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02</a:t>
            </a:r>
          </a:p>
        </p:txBody>
      </p:sp>
      <p:grpSp>
        <p:nvGrpSpPr>
          <p:cNvPr id="28" name="Google Shape;487;p31">
            <a:extLst>
              <a:ext uri="{FF2B5EF4-FFF2-40B4-BE49-F238E27FC236}">
                <a16:creationId xmlns:a16="http://schemas.microsoft.com/office/drawing/2014/main" id="{620F987B-5C17-FB52-69CC-B6612711368A}"/>
              </a:ext>
            </a:extLst>
          </p:cNvPr>
          <p:cNvGrpSpPr/>
          <p:nvPr/>
        </p:nvGrpSpPr>
        <p:grpSpPr>
          <a:xfrm>
            <a:off x="714750" y="2536383"/>
            <a:ext cx="3338500" cy="1046857"/>
            <a:chOff x="4754850" y="1600325"/>
            <a:chExt cx="3771900" cy="1412550"/>
          </a:xfrm>
        </p:grpSpPr>
        <p:sp>
          <p:nvSpPr>
            <p:cNvPr id="29" name="Google Shape;488;p31">
              <a:extLst>
                <a:ext uri="{FF2B5EF4-FFF2-40B4-BE49-F238E27FC236}">
                  <a16:creationId xmlns:a16="http://schemas.microsoft.com/office/drawing/2014/main" id="{1D71ADDC-E09F-65AE-FEAD-E990D1513C9B}"/>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89;p31">
              <a:extLst>
                <a:ext uri="{FF2B5EF4-FFF2-40B4-BE49-F238E27FC236}">
                  <a16:creationId xmlns:a16="http://schemas.microsoft.com/office/drawing/2014/main" id="{798ED493-5D14-CA4C-AC87-5A253F6809C5}"/>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490;p31">
              <a:extLst>
                <a:ext uri="{FF2B5EF4-FFF2-40B4-BE49-F238E27FC236}">
                  <a16:creationId xmlns:a16="http://schemas.microsoft.com/office/drawing/2014/main" id="{0CA6B5EB-A9E7-F3B9-743F-BFFD4B351096}"/>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32" name="Google Shape;495;p31">
            <a:extLst>
              <a:ext uri="{FF2B5EF4-FFF2-40B4-BE49-F238E27FC236}">
                <a16:creationId xmlns:a16="http://schemas.microsoft.com/office/drawing/2014/main" id="{F339C2F7-B7A2-835C-9EAE-EA20937CB3CE}"/>
              </a:ext>
            </a:extLst>
          </p:cNvPr>
          <p:cNvSpPr txBox="1">
            <a:spLocks/>
          </p:cNvSpPr>
          <p:nvPr/>
        </p:nvSpPr>
        <p:spPr>
          <a:xfrm>
            <a:off x="1902546" y="2795302"/>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Features</a:t>
            </a:r>
          </a:p>
        </p:txBody>
      </p:sp>
      <p:sp>
        <p:nvSpPr>
          <p:cNvPr id="33" name="Google Shape;498;p31">
            <a:extLst>
              <a:ext uri="{FF2B5EF4-FFF2-40B4-BE49-F238E27FC236}">
                <a16:creationId xmlns:a16="http://schemas.microsoft.com/office/drawing/2014/main" id="{C7E07B59-7F68-8DA9-07DD-554089F85FF1}"/>
              </a:ext>
            </a:extLst>
          </p:cNvPr>
          <p:cNvSpPr txBox="1">
            <a:spLocks/>
          </p:cNvSpPr>
          <p:nvPr/>
        </p:nvSpPr>
        <p:spPr>
          <a:xfrm>
            <a:off x="660766" y="2686644"/>
            <a:ext cx="1134675" cy="7968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03</a:t>
            </a:r>
          </a:p>
        </p:txBody>
      </p:sp>
      <p:grpSp>
        <p:nvGrpSpPr>
          <p:cNvPr id="40" name="Google Shape;487;p31">
            <a:extLst>
              <a:ext uri="{FF2B5EF4-FFF2-40B4-BE49-F238E27FC236}">
                <a16:creationId xmlns:a16="http://schemas.microsoft.com/office/drawing/2014/main" id="{8C3CB485-71D0-53AF-59B4-A01090796B8E}"/>
              </a:ext>
            </a:extLst>
          </p:cNvPr>
          <p:cNvGrpSpPr/>
          <p:nvPr/>
        </p:nvGrpSpPr>
        <p:grpSpPr>
          <a:xfrm>
            <a:off x="4679968" y="2536383"/>
            <a:ext cx="3338500" cy="1046857"/>
            <a:chOff x="4754850" y="1600325"/>
            <a:chExt cx="3771900" cy="1412550"/>
          </a:xfrm>
        </p:grpSpPr>
        <p:sp>
          <p:nvSpPr>
            <p:cNvPr id="41" name="Google Shape;488;p31">
              <a:extLst>
                <a:ext uri="{FF2B5EF4-FFF2-40B4-BE49-F238E27FC236}">
                  <a16:creationId xmlns:a16="http://schemas.microsoft.com/office/drawing/2014/main" id="{95E5FAD0-E29A-7BBC-C7F7-BAE64E24AD36}"/>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9;p31">
              <a:extLst>
                <a:ext uri="{FF2B5EF4-FFF2-40B4-BE49-F238E27FC236}">
                  <a16:creationId xmlns:a16="http://schemas.microsoft.com/office/drawing/2014/main" id="{CFC1360B-7FE5-E721-E293-5729C240CFBF}"/>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90;p31">
              <a:extLst>
                <a:ext uri="{FF2B5EF4-FFF2-40B4-BE49-F238E27FC236}">
                  <a16:creationId xmlns:a16="http://schemas.microsoft.com/office/drawing/2014/main" id="{600D959C-4C55-FF36-9945-D6AF9D291F12}"/>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4" name="Google Shape;495;p31">
            <a:extLst>
              <a:ext uri="{FF2B5EF4-FFF2-40B4-BE49-F238E27FC236}">
                <a16:creationId xmlns:a16="http://schemas.microsoft.com/office/drawing/2014/main" id="{77082A87-676A-0690-5427-594E263EB76C}"/>
              </a:ext>
            </a:extLst>
          </p:cNvPr>
          <p:cNvSpPr txBox="1">
            <a:spLocks/>
          </p:cNvSpPr>
          <p:nvPr/>
        </p:nvSpPr>
        <p:spPr>
          <a:xfrm>
            <a:off x="6075679" y="2811972"/>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Demo</a:t>
            </a:r>
          </a:p>
        </p:txBody>
      </p:sp>
      <p:sp>
        <p:nvSpPr>
          <p:cNvPr id="45" name="Google Shape;498;p31">
            <a:extLst>
              <a:ext uri="{FF2B5EF4-FFF2-40B4-BE49-F238E27FC236}">
                <a16:creationId xmlns:a16="http://schemas.microsoft.com/office/drawing/2014/main" id="{EF69CA8C-3836-FE95-BAB8-23A0B432BBBB}"/>
              </a:ext>
            </a:extLst>
          </p:cNvPr>
          <p:cNvSpPr txBox="1">
            <a:spLocks/>
          </p:cNvSpPr>
          <p:nvPr/>
        </p:nvSpPr>
        <p:spPr>
          <a:xfrm>
            <a:off x="4625984" y="2686644"/>
            <a:ext cx="1134675" cy="7968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04</a:t>
            </a:r>
          </a:p>
        </p:txBody>
      </p:sp>
      <p:grpSp>
        <p:nvGrpSpPr>
          <p:cNvPr id="46" name="Google Shape;487;p31">
            <a:extLst>
              <a:ext uri="{FF2B5EF4-FFF2-40B4-BE49-F238E27FC236}">
                <a16:creationId xmlns:a16="http://schemas.microsoft.com/office/drawing/2014/main" id="{815BAEC1-A6FB-D44D-E746-88321AC77116}"/>
              </a:ext>
            </a:extLst>
          </p:cNvPr>
          <p:cNvGrpSpPr/>
          <p:nvPr/>
        </p:nvGrpSpPr>
        <p:grpSpPr>
          <a:xfrm>
            <a:off x="2796750" y="3717098"/>
            <a:ext cx="3338500" cy="1046857"/>
            <a:chOff x="4754850" y="1600325"/>
            <a:chExt cx="3771900" cy="1412550"/>
          </a:xfrm>
        </p:grpSpPr>
        <p:sp>
          <p:nvSpPr>
            <p:cNvPr id="47" name="Google Shape;488;p31">
              <a:extLst>
                <a:ext uri="{FF2B5EF4-FFF2-40B4-BE49-F238E27FC236}">
                  <a16:creationId xmlns:a16="http://schemas.microsoft.com/office/drawing/2014/main" id="{D952CEE5-A3C9-4266-7F94-DB686634822F}"/>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9;p31">
              <a:extLst>
                <a:ext uri="{FF2B5EF4-FFF2-40B4-BE49-F238E27FC236}">
                  <a16:creationId xmlns:a16="http://schemas.microsoft.com/office/drawing/2014/main" id="{D524117D-FA9A-FBDD-4B78-68D4FEC83D06}"/>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 name="Google Shape;490;p31">
              <a:extLst>
                <a:ext uri="{FF2B5EF4-FFF2-40B4-BE49-F238E27FC236}">
                  <a16:creationId xmlns:a16="http://schemas.microsoft.com/office/drawing/2014/main" id="{55569A18-02B3-C87F-0786-FF798D033AA4}"/>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0" name="Google Shape;495;p31">
            <a:extLst>
              <a:ext uri="{FF2B5EF4-FFF2-40B4-BE49-F238E27FC236}">
                <a16:creationId xmlns:a16="http://schemas.microsoft.com/office/drawing/2014/main" id="{94075606-EA8E-8077-0086-DA45D975783F}"/>
              </a:ext>
            </a:extLst>
          </p:cNvPr>
          <p:cNvSpPr txBox="1">
            <a:spLocks/>
          </p:cNvSpPr>
          <p:nvPr/>
        </p:nvSpPr>
        <p:spPr>
          <a:xfrm>
            <a:off x="3928436" y="3988345"/>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Conclusion</a:t>
            </a:r>
          </a:p>
        </p:txBody>
      </p:sp>
      <p:sp>
        <p:nvSpPr>
          <p:cNvPr id="51" name="Google Shape;498;p31">
            <a:extLst>
              <a:ext uri="{FF2B5EF4-FFF2-40B4-BE49-F238E27FC236}">
                <a16:creationId xmlns:a16="http://schemas.microsoft.com/office/drawing/2014/main" id="{E48CF84E-DA5F-9405-BC4C-B91C32B9D6B0}"/>
              </a:ext>
            </a:extLst>
          </p:cNvPr>
          <p:cNvSpPr txBox="1">
            <a:spLocks/>
          </p:cNvSpPr>
          <p:nvPr/>
        </p:nvSpPr>
        <p:spPr>
          <a:xfrm>
            <a:off x="2742766" y="3867359"/>
            <a:ext cx="1134675" cy="7968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50" y="679350"/>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546" name="Google Shape;546;p32"/>
          <p:cNvSpPr txBox="1">
            <a:spLocks noGrp="1"/>
          </p:cNvSpPr>
          <p:nvPr>
            <p:ph type="title"/>
          </p:nvPr>
        </p:nvSpPr>
        <p:spPr>
          <a:xfrm>
            <a:off x="1814349" y="2505999"/>
            <a:ext cx="5486400" cy="914400"/>
          </a:xfrm>
          <a:prstGeom prst="rect">
            <a:avLst/>
          </a:prstGeom>
        </p:spPr>
        <p:txBody>
          <a:bodyPr spcFirstLastPara="1" wrap="square" lIns="91425" tIns="91425" rIns="91425" bIns="91425" anchor="t" anchorCtr="0">
            <a:noAutofit/>
          </a:bodyPr>
          <a:lstStyle/>
          <a:p>
            <a:pPr lvl="0"/>
            <a:r>
              <a:rPr lang="en-US" dirty="0"/>
              <a:t>Introduction</a:t>
            </a:r>
            <a:endParaRPr dirty="0"/>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4"/>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p>
            <a:pPr lvl="0"/>
            <a:r>
              <a:rPr lang="en-US" dirty="0"/>
              <a:t>Project overview </a:t>
            </a:r>
            <a:endParaRPr dirty="0"/>
          </a:p>
        </p:txBody>
      </p:sp>
      <p:sp>
        <p:nvSpPr>
          <p:cNvPr id="608" name="Google Shape;608;p34"/>
          <p:cNvSpPr txBox="1"/>
          <p:nvPr/>
        </p:nvSpPr>
        <p:spPr>
          <a:xfrm flipH="1">
            <a:off x="523554" y="1577251"/>
            <a:ext cx="5548092" cy="594300"/>
          </a:xfrm>
          <a:prstGeom prst="rect">
            <a:avLst/>
          </a:prstGeom>
          <a:noFill/>
          <a:ln>
            <a:noFill/>
          </a:ln>
        </p:spPr>
        <p:txBody>
          <a:bodyPr spcFirstLastPara="1" wrap="square" lIns="91425" tIns="91425" rIns="91425" bIns="91425" anchor="t" anchorCtr="0">
            <a:noAutofit/>
          </a:bodyPr>
          <a:lstStyle/>
          <a:p>
            <a:pPr lvl="0" algn="ctr">
              <a:buClr>
                <a:schemeClr val="dk1"/>
              </a:buClr>
              <a:buSzPts val="1100"/>
            </a:pPr>
            <a:r>
              <a:rPr lang="vi-VN" dirty="0"/>
              <a:t>Đề tài “Ứng dụng phân loại sâu hại trên cây sầu riêng bằng ảnh” hướng tới việc xây dựng một ứng dụng di động giúp người trồng sầu riêng chụp ảnh lá, cành hoặc quả để hệ thống tự động nhận diện loài sâu và gợi ý biện pháp IPM phù hợp, có thể hoạt động cơ bản khi ngoại tuyến và lưu lại nhật ký xử lý để theo dõi.</a:t>
            </a:r>
            <a:endParaRPr dirty="0">
              <a:solidFill>
                <a:schemeClr val="dk1"/>
              </a:solidFill>
              <a:latin typeface="Karla"/>
              <a:ea typeface="Karla"/>
              <a:cs typeface="Karla"/>
              <a:sym typeface="Karla"/>
            </a:endParaRPr>
          </a:p>
        </p:txBody>
      </p:sp>
      <p:sp>
        <p:nvSpPr>
          <p:cNvPr id="612" name="Google Shape;612;p34"/>
          <p:cNvSpPr txBox="1"/>
          <p:nvPr/>
        </p:nvSpPr>
        <p:spPr>
          <a:xfrm flipH="1">
            <a:off x="576100" y="2971950"/>
            <a:ext cx="5548092" cy="594300"/>
          </a:xfrm>
          <a:prstGeom prst="rect">
            <a:avLst/>
          </a:prstGeom>
          <a:noFill/>
          <a:ln>
            <a:noFill/>
          </a:ln>
        </p:spPr>
        <p:txBody>
          <a:bodyPr spcFirstLastPara="1" wrap="square" lIns="91425" tIns="91425" rIns="91425" bIns="91425" anchor="t" anchorCtr="0">
            <a:noAutofit/>
          </a:bodyPr>
          <a:lstStyle/>
          <a:p>
            <a:pPr lvl="0" algn="ctr"/>
            <a:r>
              <a:rPr lang="en-US" dirty="0" err="1"/>
              <a:t>Chẩn</a:t>
            </a:r>
            <a:r>
              <a:rPr lang="en-US" dirty="0"/>
              <a:t> </a:t>
            </a:r>
            <a:r>
              <a:rPr lang="en-US" dirty="0" err="1"/>
              <a:t>đoán</a:t>
            </a:r>
            <a:r>
              <a:rPr lang="en-US" dirty="0"/>
              <a:t> </a:t>
            </a:r>
            <a:r>
              <a:rPr lang="en-US" dirty="0" err="1"/>
              <a:t>thủ</a:t>
            </a:r>
            <a:r>
              <a:rPr lang="en-US" dirty="0"/>
              <a:t> </a:t>
            </a:r>
            <a:r>
              <a:rPr lang="en-US" dirty="0" err="1"/>
              <a:t>công</a:t>
            </a:r>
            <a:r>
              <a:rPr lang="en-US" dirty="0"/>
              <a:t> </a:t>
            </a:r>
            <a:r>
              <a:rPr lang="en-US" dirty="0" err="1"/>
              <a:t>dễ</a:t>
            </a:r>
            <a:r>
              <a:rPr lang="en-US" dirty="0"/>
              <a:t> </a:t>
            </a:r>
            <a:r>
              <a:rPr lang="en-US" dirty="0" err="1"/>
              <a:t>sai</a:t>
            </a:r>
            <a:r>
              <a:rPr lang="en-US" dirty="0"/>
              <a:t>, </a:t>
            </a:r>
            <a:r>
              <a:rPr lang="en-US" dirty="0" err="1"/>
              <a:t>thiếu</a:t>
            </a:r>
            <a:r>
              <a:rPr lang="en-US" dirty="0"/>
              <a:t> </a:t>
            </a:r>
            <a:r>
              <a:rPr lang="en-US" dirty="0" err="1"/>
              <a:t>công</a:t>
            </a:r>
            <a:r>
              <a:rPr lang="en-US" dirty="0"/>
              <a:t> </a:t>
            </a:r>
            <a:r>
              <a:rPr lang="en-US" dirty="0" err="1"/>
              <a:t>cụ</a:t>
            </a:r>
            <a:r>
              <a:rPr lang="en-US" dirty="0"/>
              <a:t> di </a:t>
            </a:r>
            <a:r>
              <a:rPr lang="en-US" dirty="0" err="1"/>
              <a:t>động</a:t>
            </a:r>
            <a:r>
              <a:rPr lang="en-US" dirty="0"/>
              <a:t> </a:t>
            </a:r>
            <a:r>
              <a:rPr lang="en-US" dirty="0" err="1"/>
              <a:t>chuẩn</a:t>
            </a:r>
            <a:r>
              <a:rPr lang="en-US" dirty="0"/>
              <a:t> </a:t>
            </a:r>
            <a:r>
              <a:rPr lang="en-US" dirty="0" err="1"/>
              <a:t>hóa</a:t>
            </a:r>
            <a:r>
              <a:rPr lang="en-US" dirty="0"/>
              <a:t> </a:t>
            </a:r>
            <a:r>
              <a:rPr lang="en-US" dirty="0" err="1"/>
              <a:t>quy</a:t>
            </a:r>
            <a:r>
              <a:rPr lang="en-US" dirty="0"/>
              <a:t> </a:t>
            </a:r>
            <a:r>
              <a:rPr lang="en-US" dirty="0" err="1"/>
              <a:t>trình</a:t>
            </a:r>
            <a:r>
              <a:rPr lang="en-US" dirty="0"/>
              <a:t>; </a:t>
            </a:r>
            <a:r>
              <a:rPr lang="en-US" dirty="0" err="1"/>
              <a:t>giải</a:t>
            </a:r>
            <a:r>
              <a:rPr lang="en-US" dirty="0"/>
              <a:t> </a:t>
            </a:r>
            <a:r>
              <a:rPr lang="en-US" dirty="0" err="1"/>
              <a:t>pháp</a:t>
            </a:r>
            <a:r>
              <a:rPr lang="en-US" dirty="0"/>
              <a:t> </a:t>
            </a:r>
            <a:r>
              <a:rPr lang="en-US" dirty="0" err="1"/>
              <a:t>giúp</a:t>
            </a:r>
            <a:r>
              <a:rPr lang="en-US" dirty="0"/>
              <a:t> </a:t>
            </a:r>
            <a:r>
              <a:rPr lang="en-US" dirty="0" err="1"/>
              <a:t>nông</a:t>
            </a:r>
            <a:r>
              <a:rPr lang="en-US" dirty="0"/>
              <a:t> </a:t>
            </a:r>
            <a:r>
              <a:rPr lang="en-US" dirty="0" err="1"/>
              <a:t>hộ</a:t>
            </a:r>
            <a:r>
              <a:rPr lang="en-US" dirty="0"/>
              <a:t> </a:t>
            </a:r>
            <a:r>
              <a:rPr lang="en-US" dirty="0" err="1"/>
              <a:t>xử</a:t>
            </a:r>
            <a:r>
              <a:rPr lang="en-US" dirty="0"/>
              <a:t> </a:t>
            </a:r>
            <a:r>
              <a:rPr lang="en-US" dirty="0" err="1"/>
              <a:t>lý</a:t>
            </a:r>
            <a:r>
              <a:rPr lang="en-US" dirty="0"/>
              <a:t> </a:t>
            </a:r>
            <a:r>
              <a:rPr lang="en-US" dirty="0" err="1"/>
              <a:t>nhanh</a:t>
            </a:r>
            <a:r>
              <a:rPr lang="en-US" dirty="0"/>
              <a:t>, </a:t>
            </a:r>
            <a:r>
              <a:rPr lang="en-US" dirty="0" err="1"/>
              <a:t>giảm</a:t>
            </a:r>
            <a:r>
              <a:rPr lang="en-US" dirty="0"/>
              <a:t> chi </a:t>
            </a:r>
            <a:r>
              <a:rPr lang="en-US" dirty="0" err="1"/>
              <a:t>phí</a:t>
            </a:r>
            <a:r>
              <a:rPr lang="en-US" dirty="0"/>
              <a:t> </a:t>
            </a:r>
            <a:r>
              <a:rPr lang="en-US" dirty="0" err="1"/>
              <a:t>và</a:t>
            </a:r>
            <a:r>
              <a:rPr lang="en-US" dirty="0"/>
              <a:t> </a:t>
            </a:r>
            <a:r>
              <a:rPr lang="en-US" dirty="0" err="1"/>
              <a:t>lạm</a:t>
            </a:r>
            <a:r>
              <a:rPr lang="en-US" dirty="0"/>
              <a:t> </a:t>
            </a:r>
            <a:r>
              <a:rPr lang="en-US" dirty="0" err="1"/>
              <a:t>dụng</a:t>
            </a:r>
            <a:r>
              <a:rPr lang="en-US" dirty="0"/>
              <a:t> </a:t>
            </a:r>
            <a:r>
              <a:rPr lang="en-US" dirty="0" err="1"/>
              <a:t>thuốc</a:t>
            </a:r>
            <a:r>
              <a:rPr lang="en-US" dirty="0"/>
              <a:t>, </a:t>
            </a:r>
            <a:r>
              <a:rPr lang="en-US" dirty="0" err="1"/>
              <a:t>đồng</a:t>
            </a:r>
            <a:r>
              <a:rPr lang="en-US" dirty="0"/>
              <a:t> </a:t>
            </a:r>
            <a:r>
              <a:rPr lang="en-US" dirty="0" err="1"/>
              <a:t>thời</a:t>
            </a:r>
            <a:r>
              <a:rPr lang="en-US" dirty="0"/>
              <a:t> </a:t>
            </a:r>
            <a:r>
              <a:rPr lang="en-US" dirty="0" err="1"/>
              <a:t>khả</a:t>
            </a:r>
            <a:r>
              <a:rPr lang="en-US" dirty="0"/>
              <a:t> </a:t>
            </a:r>
            <a:r>
              <a:rPr lang="en-US" dirty="0" err="1"/>
              <a:t>thi</a:t>
            </a:r>
            <a:r>
              <a:rPr lang="en-US" dirty="0"/>
              <a:t> </a:t>
            </a:r>
            <a:r>
              <a:rPr lang="en-US" dirty="0" err="1"/>
              <a:t>kỹ</a:t>
            </a:r>
            <a:r>
              <a:rPr lang="en-US" dirty="0"/>
              <a:t> </a:t>
            </a:r>
            <a:r>
              <a:rPr lang="en-US" dirty="0" err="1"/>
              <a:t>thuật</a:t>
            </a:r>
            <a:endParaRPr dirty="0">
              <a:solidFill>
                <a:schemeClr val="dk1"/>
              </a:solidFill>
              <a:latin typeface="Karla"/>
              <a:ea typeface="Karla"/>
              <a:cs typeface="Karla"/>
              <a:sym typeface="Karla"/>
            </a:endParaRPr>
          </a:p>
        </p:txBody>
      </p:sp>
      <p:grpSp>
        <p:nvGrpSpPr>
          <p:cNvPr id="624" name="Google Shape;624;p34"/>
          <p:cNvGrpSpPr/>
          <p:nvPr/>
        </p:nvGrpSpPr>
        <p:grpSpPr>
          <a:xfrm>
            <a:off x="716262" y="4020798"/>
            <a:ext cx="682628" cy="313230"/>
            <a:chOff x="7746275" y="1413898"/>
            <a:chExt cx="682628" cy="313230"/>
          </a:xfrm>
        </p:grpSpPr>
        <p:sp>
          <p:nvSpPr>
            <p:cNvPr id="625" name="Google Shape;625;p34"/>
            <p:cNvSpPr/>
            <p:nvPr/>
          </p:nvSpPr>
          <p:spPr>
            <a:xfrm>
              <a:off x="7746275" y="156253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a:off x="7971707" y="1413898"/>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34"/>
          <p:cNvSpPr/>
          <p:nvPr/>
        </p:nvSpPr>
        <p:spPr>
          <a:xfrm>
            <a:off x="7971668" y="104903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9" name="Google Shape;629;p34"/>
          <p:cNvGrpSpPr/>
          <p:nvPr/>
        </p:nvGrpSpPr>
        <p:grpSpPr>
          <a:xfrm>
            <a:off x="256554" y="221329"/>
            <a:ext cx="1827475" cy="1051350"/>
            <a:chOff x="136938" y="3645137"/>
            <a:chExt cx="1827475" cy="1051350"/>
          </a:xfrm>
        </p:grpSpPr>
        <p:grpSp>
          <p:nvGrpSpPr>
            <p:cNvPr id="630" name="Google Shape;630;p34"/>
            <p:cNvGrpSpPr/>
            <p:nvPr/>
          </p:nvGrpSpPr>
          <p:grpSpPr>
            <a:xfrm>
              <a:off x="136938" y="3645137"/>
              <a:ext cx="1827475" cy="1051350"/>
              <a:chOff x="274188" y="1278048"/>
              <a:chExt cx="1827475" cy="1051350"/>
            </a:xfrm>
          </p:grpSpPr>
          <p:sp>
            <p:nvSpPr>
              <p:cNvPr id="631" name="Google Shape;631;p34"/>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4"/>
              <p:cNvGrpSpPr/>
              <p:nvPr/>
            </p:nvGrpSpPr>
            <p:grpSpPr>
              <a:xfrm>
                <a:off x="274188" y="1278048"/>
                <a:ext cx="1737300" cy="960000"/>
                <a:chOff x="7146475" y="2190661"/>
                <a:chExt cx="1737300" cy="960000"/>
              </a:xfrm>
            </p:grpSpPr>
            <p:sp>
              <p:nvSpPr>
                <p:cNvPr id="633" name="Google Shape;633;p34"/>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4" name="Google Shape;634;p34"/>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35" name="Google Shape;635;p34"/>
            <p:cNvGrpSpPr/>
            <p:nvPr/>
          </p:nvGrpSpPr>
          <p:grpSpPr>
            <a:xfrm>
              <a:off x="312866" y="4003096"/>
              <a:ext cx="1339306" cy="443405"/>
              <a:chOff x="312866" y="4003096"/>
              <a:chExt cx="1339306" cy="443405"/>
            </a:xfrm>
          </p:grpSpPr>
          <p:sp>
            <p:nvSpPr>
              <p:cNvPr id="636" name="Google Shape;636;p34"/>
              <p:cNvSpPr/>
              <p:nvPr/>
            </p:nvSpPr>
            <p:spPr>
              <a:xfrm>
                <a:off x="877401" y="4018335"/>
                <a:ext cx="770549" cy="67223"/>
              </a:xfrm>
              <a:custGeom>
                <a:avLst/>
                <a:gdLst/>
                <a:ahLst/>
                <a:cxnLst/>
                <a:rect l="l" t="t" r="r" b="b"/>
                <a:pathLst>
                  <a:path w="17343" h="1513" extrusionOk="0">
                    <a:moveTo>
                      <a:pt x="1001" y="0"/>
                    </a:moveTo>
                    <a:cubicBezTo>
                      <a:pt x="1" y="0"/>
                      <a:pt x="1" y="1512"/>
                      <a:pt x="1001" y="1512"/>
                    </a:cubicBezTo>
                    <a:lnTo>
                      <a:pt x="16318" y="1512"/>
                    </a:lnTo>
                    <a:cubicBezTo>
                      <a:pt x="17342" y="1512"/>
                      <a:pt x="17342" y="0"/>
                      <a:pt x="1631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4"/>
              <p:cNvSpPr/>
              <p:nvPr/>
            </p:nvSpPr>
            <p:spPr>
              <a:xfrm>
                <a:off x="873136" y="4156728"/>
                <a:ext cx="779036" cy="274489"/>
              </a:xfrm>
              <a:custGeom>
                <a:avLst/>
                <a:gdLst/>
                <a:ahLst/>
                <a:cxnLst/>
                <a:rect l="l" t="t" r="r" b="b"/>
                <a:pathLst>
                  <a:path w="17534" h="6178" extrusionOk="0">
                    <a:moveTo>
                      <a:pt x="9469" y="0"/>
                    </a:moveTo>
                    <a:cubicBezTo>
                      <a:pt x="9292" y="0"/>
                      <a:pt x="9116" y="62"/>
                      <a:pt x="8975" y="178"/>
                    </a:cubicBezTo>
                    <a:lnTo>
                      <a:pt x="4024" y="4470"/>
                    </a:lnTo>
                    <a:lnTo>
                      <a:pt x="1512" y="2885"/>
                    </a:lnTo>
                    <a:cubicBezTo>
                      <a:pt x="1365" y="2788"/>
                      <a:pt x="1219" y="2747"/>
                      <a:pt x="1083" y="2747"/>
                    </a:cubicBezTo>
                    <a:cubicBezTo>
                      <a:pt x="430" y="2747"/>
                      <a:pt x="0" y="3709"/>
                      <a:pt x="707" y="4153"/>
                    </a:cubicBezTo>
                    <a:lnTo>
                      <a:pt x="3682" y="6056"/>
                    </a:lnTo>
                    <a:cubicBezTo>
                      <a:pt x="3804" y="6129"/>
                      <a:pt x="3951" y="6178"/>
                      <a:pt x="4097" y="6178"/>
                    </a:cubicBezTo>
                    <a:cubicBezTo>
                      <a:pt x="4268" y="6178"/>
                      <a:pt x="4438" y="6129"/>
                      <a:pt x="4585" y="6007"/>
                    </a:cubicBezTo>
                    <a:lnTo>
                      <a:pt x="9511" y="1739"/>
                    </a:lnTo>
                    <a:lnTo>
                      <a:pt x="12731" y="4202"/>
                    </a:lnTo>
                    <a:cubicBezTo>
                      <a:pt x="12866" y="4307"/>
                      <a:pt x="13038" y="4357"/>
                      <a:pt x="13207" y="4357"/>
                    </a:cubicBezTo>
                    <a:cubicBezTo>
                      <a:pt x="13313" y="4357"/>
                      <a:pt x="13417" y="4337"/>
                      <a:pt x="13511" y="4300"/>
                    </a:cubicBezTo>
                    <a:lnTo>
                      <a:pt x="16731" y="2812"/>
                    </a:lnTo>
                    <a:cubicBezTo>
                      <a:pt x="17534" y="2432"/>
                      <a:pt x="17165" y="1337"/>
                      <a:pt x="16449" y="1337"/>
                    </a:cubicBezTo>
                    <a:cubicBezTo>
                      <a:pt x="16339" y="1337"/>
                      <a:pt x="16220" y="1363"/>
                      <a:pt x="16097" y="1422"/>
                    </a:cubicBezTo>
                    <a:lnTo>
                      <a:pt x="13292" y="2714"/>
                    </a:lnTo>
                    <a:lnTo>
                      <a:pt x="9926" y="153"/>
                    </a:lnTo>
                    <a:cubicBezTo>
                      <a:pt x="9788" y="50"/>
                      <a:pt x="9628" y="0"/>
                      <a:pt x="9469" y="0"/>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4"/>
              <p:cNvSpPr/>
              <p:nvPr/>
            </p:nvSpPr>
            <p:spPr>
              <a:xfrm>
                <a:off x="350807" y="4003096"/>
                <a:ext cx="211354" cy="187583"/>
              </a:xfrm>
              <a:custGeom>
                <a:avLst/>
                <a:gdLst/>
                <a:ahLst/>
                <a:cxnLst/>
                <a:rect l="l" t="t" r="r" b="b"/>
                <a:pathLst>
                  <a:path w="4757" h="4222" extrusionOk="0">
                    <a:moveTo>
                      <a:pt x="4648" y="1"/>
                    </a:moveTo>
                    <a:cubicBezTo>
                      <a:pt x="2522" y="1"/>
                      <a:pt x="648" y="1402"/>
                      <a:pt x="1" y="3441"/>
                    </a:cubicBezTo>
                    <a:lnTo>
                      <a:pt x="2391" y="4221"/>
                    </a:lnTo>
                    <a:cubicBezTo>
                      <a:pt x="2708" y="3197"/>
                      <a:pt x="3683" y="2490"/>
                      <a:pt x="4757" y="2490"/>
                    </a:cubicBezTo>
                    <a:lnTo>
                      <a:pt x="4757" y="2"/>
                    </a:lnTo>
                    <a:cubicBezTo>
                      <a:pt x="4720" y="1"/>
                      <a:pt x="4684" y="1"/>
                      <a:pt x="4648"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4"/>
              <p:cNvSpPr/>
              <p:nvPr/>
            </p:nvSpPr>
            <p:spPr>
              <a:xfrm>
                <a:off x="312866" y="4155928"/>
                <a:ext cx="460606" cy="290572"/>
              </a:xfrm>
              <a:custGeom>
                <a:avLst/>
                <a:gdLst/>
                <a:ahLst/>
                <a:cxnLst/>
                <a:rect l="l" t="t" r="r" b="b"/>
                <a:pathLst>
                  <a:path w="10367" h="6540" extrusionOk="0">
                    <a:moveTo>
                      <a:pt x="855" y="1"/>
                    </a:moveTo>
                    <a:lnTo>
                      <a:pt x="855" y="1"/>
                    </a:lnTo>
                    <a:cubicBezTo>
                      <a:pt x="1" y="2635"/>
                      <a:pt x="1440" y="5440"/>
                      <a:pt x="4074" y="6293"/>
                    </a:cubicBezTo>
                    <a:cubicBezTo>
                      <a:pt x="4584" y="6460"/>
                      <a:pt x="5103" y="6539"/>
                      <a:pt x="5614" y="6539"/>
                    </a:cubicBezTo>
                    <a:cubicBezTo>
                      <a:pt x="7715" y="6539"/>
                      <a:pt x="9680" y="5198"/>
                      <a:pt x="10367" y="3098"/>
                    </a:cubicBezTo>
                    <a:lnTo>
                      <a:pt x="7976" y="2318"/>
                    </a:lnTo>
                    <a:cubicBezTo>
                      <a:pt x="7642" y="3380"/>
                      <a:pt x="6657" y="4046"/>
                      <a:pt x="5597" y="4046"/>
                    </a:cubicBezTo>
                    <a:cubicBezTo>
                      <a:pt x="5343" y="4046"/>
                      <a:pt x="5085" y="4008"/>
                      <a:pt x="4830" y="3927"/>
                    </a:cubicBezTo>
                    <a:cubicBezTo>
                      <a:pt x="3513" y="3488"/>
                      <a:pt x="2806" y="2098"/>
                      <a:pt x="3245" y="781"/>
                    </a:cubicBezTo>
                    <a:lnTo>
                      <a:pt x="855"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4"/>
              <p:cNvSpPr/>
              <p:nvPr/>
            </p:nvSpPr>
            <p:spPr>
              <a:xfrm>
                <a:off x="562102" y="4003140"/>
                <a:ext cx="222194" cy="290483"/>
              </a:xfrm>
              <a:custGeom>
                <a:avLst/>
                <a:gdLst/>
                <a:ahLst/>
                <a:cxnLst/>
                <a:rect l="l" t="t" r="r" b="b"/>
                <a:pathLst>
                  <a:path w="5001" h="6538" extrusionOk="0">
                    <a:moveTo>
                      <a:pt x="45" y="1"/>
                    </a:moveTo>
                    <a:cubicBezTo>
                      <a:pt x="30" y="1"/>
                      <a:pt x="15" y="1"/>
                      <a:pt x="1" y="1"/>
                    </a:cubicBezTo>
                    <a:lnTo>
                      <a:pt x="1" y="2489"/>
                    </a:lnTo>
                    <a:cubicBezTo>
                      <a:pt x="1683" y="2489"/>
                      <a:pt x="2903" y="4147"/>
                      <a:pt x="2366" y="5757"/>
                    </a:cubicBezTo>
                    <a:lnTo>
                      <a:pt x="4757" y="6537"/>
                    </a:lnTo>
                    <a:cubicBezTo>
                      <a:pt x="4927" y="6025"/>
                      <a:pt x="5000" y="5513"/>
                      <a:pt x="5000" y="5001"/>
                    </a:cubicBezTo>
                    <a:cubicBezTo>
                      <a:pt x="5000" y="2235"/>
                      <a:pt x="2781" y="1"/>
                      <a:pt x="45"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descr="A screenshot of a phone&#10;&#10;AI-generated content may be incorrect.">
            <a:extLst>
              <a:ext uri="{FF2B5EF4-FFF2-40B4-BE49-F238E27FC236}">
                <a16:creationId xmlns:a16="http://schemas.microsoft.com/office/drawing/2014/main" id="{B1A59013-4A75-B0FA-A5F1-4F40E70C58AC}"/>
              </a:ext>
            </a:extLst>
          </p:cNvPr>
          <p:cNvPicPr>
            <a:picLocks noChangeAspect="1"/>
          </p:cNvPicPr>
          <p:nvPr/>
        </p:nvPicPr>
        <p:blipFill>
          <a:blip r:embed="rId3"/>
          <a:stretch>
            <a:fillRect/>
          </a:stretch>
        </p:blipFill>
        <p:spPr>
          <a:xfrm>
            <a:off x="6690915" y="1156757"/>
            <a:ext cx="1771458" cy="3434661"/>
          </a:xfrm>
          <a:prstGeom prst="rect">
            <a:avLst/>
          </a:prstGeom>
        </p:spPr>
      </p:pic>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grpSp>
        <p:nvGrpSpPr>
          <p:cNvPr id="645" name="Google Shape;645;p35"/>
          <p:cNvGrpSpPr/>
          <p:nvPr/>
        </p:nvGrpSpPr>
        <p:grpSpPr>
          <a:xfrm>
            <a:off x="6102151" y="1600325"/>
            <a:ext cx="2418050" cy="3072474"/>
            <a:chOff x="6102151" y="1600325"/>
            <a:chExt cx="2418050" cy="2916600"/>
          </a:xfrm>
        </p:grpSpPr>
        <p:sp>
          <p:nvSpPr>
            <p:cNvPr id="646" name="Google Shape;646;p35"/>
            <p:cNvSpPr/>
            <p:nvPr/>
          </p:nvSpPr>
          <p:spPr>
            <a:xfrm>
              <a:off x="6193101"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35"/>
            <p:cNvGrpSpPr/>
            <p:nvPr/>
          </p:nvGrpSpPr>
          <p:grpSpPr>
            <a:xfrm>
              <a:off x="6102151" y="1600325"/>
              <a:ext cx="2327100" cy="2825100"/>
              <a:chOff x="715400" y="1600325"/>
              <a:chExt cx="2327100" cy="2825100"/>
            </a:xfrm>
          </p:grpSpPr>
          <p:sp>
            <p:nvSpPr>
              <p:cNvPr id="648" name="Google Shape;64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9" name="Google Shape;64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0" name="Google Shape;650;p35"/>
          <p:cNvGrpSpPr/>
          <p:nvPr/>
        </p:nvGrpSpPr>
        <p:grpSpPr>
          <a:xfrm>
            <a:off x="3408500" y="1600325"/>
            <a:ext cx="2418600" cy="3072474"/>
            <a:chOff x="3408500" y="1600325"/>
            <a:chExt cx="2418600" cy="2916600"/>
          </a:xfrm>
        </p:grpSpPr>
        <p:sp>
          <p:nvSpPr>
            <p:cNvPr id="651" name="Google Shape;651;p35"/>
            <p:cNvSpPr/>
            <p:nvPr/>
          </p:nvSpPr>
          <p:spPr>
            <a:xfrm>
              <a:off x="35000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35"/>
            <p:cNvGrpSpPr/>
            <p:nvPr/>
          </p:nvGrpSpPr>
          <p:grpSpPr>
            <a:xfrm>
              <a:off x="3408500" y="1600325"/>
              <a:ext cx="2327100" cy="2825100"/>
              <a:chOff x="715400" y="1600325"/>
              <a:chExt cx="2327100" cy="2825100"/>
            </a:xfrm>
          </p:grpSpPr>
          <p:sp>
            <p:nvSpPr>
              <p:cNvPr id="653" name="Google Shape;653;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4" name="Google Shape;654;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5" name="Google Shape;655;p35"/>
          <p:cNvGrpSpPr/>
          <p:nvPr/>
        </p:nvGrpSpPr>
        <p:grpSpPr>
          <a:xfrm>
            <a:off x="715400" y="1600324"/>
            <a:ext cx="2418600" cy="3072475"/>
            <a:chOff x="715400" y="1600325"/>
            <a:chExt cx="2418600" cy="2916600"/>
          </a:xfrm>
        </p:grpSpPr>
        <p:sp>
          <p:nvSpPr>
            <p:cNvPr id="656" name="Google Shape;656;p35"/>
            <p:cNvSpPr/>
            <p:nvPr/>
          </p:nvSpPr>
          <p:spPr>
            <a:xfrm>
              <a:off x="8069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5"/>
            <p:cNvGrpSpPr/>
            <p:nvPr/>
          </p:nvGrpSpPr>
          <p:grpSpPr>
            <a:xfrm>
              <a:off x="715400" y="1600325"/>
              <a:ext cx="2327100" cy="2825100"/>
              <a:chOff x="715400" y="1600325"/>
              <a:chExt cx="2327100" cy="2825100"/>
            </a:xfrm>
          </p:grpSpPr>
          <p:sp>
            <p:nvSpPr>
              <p:cNvPr id="658" name="Google Shape;65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 name="Google Shape;65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sp>
        <p:nvSpPr>
          <p:cNvPr id="660" name="Google Shape;660;p35"/>
          <p:cNvSpPr txBox="1">
            <a:spLocks noGrp="1"/>
          </p:cNvSpPr>
          <p:nvPr>
            <p:ph type="subTitle" idx="1"/>
          </p:nvPr>
        </p:nvSpPr>
        <p:spPr>
          <a:xfrm>
            <a:off x="800975" y="2490590"/>
            <a:ext cx="21972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VSCODE</a:t>
            </a:r>
            <a:endParaRPr dirty="0"/>
          </a:p>
        </p:txBody>
      </p:sp>
      <p:sp>
        <p:nvSpPr>
          <p:cNvPr id="661" name="Google Shape;661;p35"/>
          <p:cNvSpPr txBox="1">
            <a:spLocks noGrp="1"/>
          </p:cNvSpPr>
          <p:nvPr>
            <p:ph type="subTitle" idx="5"/>
          </p:nvPr>
        </p:nvSpPr>
        <p:spPr>
          <a:xfrm>
            <a:off x="3474800" y="2491616"/>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SQL SERVER</a:t>
            </a:r>
            <a:endParaRPr dirty="0"/>
          </a:p>
        </p:txBody>
      </p:sp>
      <p:sp>
        <p:nvSpPr>
          <p:cNvPr id="662" name="Google Shape;662;p35"/>
          <p:cNvSpPr txBox="1">
            <a:spLocks noGrp="1"/>
          </p:cNvSpPr>
          <p:nvPr>
            <p:ph type="subTitle" idx="6"/>
          </p:nvPr>
        </p:nvSpPr>
        <p:spPr>
          <a:xfrm>
            <a:off x="6201264" y="2492083"/>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FLUTTER</a:t>
            </a:r>
            <a:endParaRPr dirty="0"/>
          </a:p>
        </p:txBody>
      </p:sp>
      <p:sp>
        <p:nvSpPr>
          <p:cNvPr id="663" name="Google Shape;663;p35"/>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Overview of tools in use</a:t>
            </a:r>
            <a:endParaRPr dirty="0"/>
          </a:p>
        </p:txBody>
      </p:sp>
      <p:sp>
        <p:nvSpPr>
          <p:cNvPr id="664" name="Google Shape;664;p35"/>
          <p:cNvSpPr txBox="1">
            <a:spLocks noGrp="1"/>
          </p:cNvSpPr>
          <p:nvPr>
            <p:ph type="subTitle" idx="2"/>
          </p:nvPr>
        </p:nvSpPr>
        <p:spPr>
          <a:xfrm>
            <a:off x="825838" y="2919052"/>
            <a:ext cx="2194500" cy="1188600"/>
          </a:xfrm>
          <a:prstGeom prst="rect">
            <a:avLst/>
          </a:prstGeom>
        </p:spPr>
        <p:txBody>
          <a:bodyPr spcFirstLastPara="1" wrap="square" lIns="91425" tIns="91425" rIns="91425" bIns="91425" anchor="t" anchorCtr="0">
            <a:noAutofit/>
          </a:bodyPr>
          <a:lstStyle/>
          <a:p>
            <a:pPr marL="0" lvl="0" indent="0"/>
            <a:r>
              <a:rPr lang="en-US" b="1" dirty="0">
                <a:latin typeface="Times New Roman" panose="02020603050405020304" pitchFamily="18" charset="0"/>
                <a:cs typeface="Times New Roman" panose="02020603050405020304" pitchFamily="18" charset="0"/>
              </a:rPr>
              <a:t>VS Code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trình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soạn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thảo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miễn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tảng</a:t>
            </a:r>
            <a:r>
              <a:rPr lang="en-US" dirty="0">
                <a:latin typeface="Times New Roman" panose="02020603050405020304" pitchFamily="18" charset="0"/>
                <a:cs typeface="Times New Roman" panose="02020603050405020304" pitchFamily="18" charset="0"/>
              </a:rPr>
              <a:t> do Microsoft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debug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t>
            </a:r>
            <a:r>
              <a:rPr lang="en-US" b="1" dirty="0">
                <a:latin typeface="Times New Roman" panose="02020603050405020304" pitchFamily="18" charset="0"/>
                <a:cs typeface="Times New Roman" panose="02020603050405020304" pitchFamily="18" charset="0"/>
              </a:rPr>
              <a:t>extension</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665" name="Google Shape;665;p35"/>
          <p:cNvSpPr txBox="1">
            <a:spLocks noGrp="1"/>
          </p:cNvSpPr>
          <p:nvPr>
            <p:ph type="subTitle" idx="3"/>
          </p:nvPr>
        </p:nvSpPr>
        <p:spPr>
          <a:xfrm>
            <a:off x="3472400" y="2957085"/>
            <a:ext cx="2194500" cy="1188600"/>
          </a:xfrm>
          <a:prstGeom prst="rect">
            <a:avLst/>
          </a:prstGeom>
        </p:spPr>
        <p:txBody>
          <a:bodyPr spcFirstLastPara="1" wrap="square" lIns="91425" tIns="91425" rIns="91425" bIns="91425" anchor="t" anchorCtr="0">
            <a:noAutofit/>
          </a:bodyPr>
          <a:lstStyle/>
          <a:p>
            <a:pPr marL="0" lvl="0" indent="0"/>
            <a:r>
              <a:rPr lang="vi-VN" b="1" dirty="0">
                <a:latin typeface="+mj-lt"/>
              </a:rPr>
              <a:t>SQL Server</a:t>
            </a:r>
            <a:r>
              <a:rPr lang="en-US" b="1" dirty="0">
                <a:latin typeface="+mj-lt"/>
              </a:rPr>
              <a:t> </a:t>
            </a:r>
            <a:r>
              <a:rPr lang="vi-VN" dirty="0">
                <a:latin typeface="+mj-lt"/>
              </a:rPr>
              <a:t>là </a:t>
            </a:r>
            <a:r>
              <a:rPr lang="vi-VN" b="1" dirty="0">
                <a:latin typeface="+mj-lt"/>
              </a:rPr>
              <a:t>hệ quản trị cơ sở dữ liệu quan hệ</a:t>
            </a:r>
            <a:r>
              <a:rPr lang="vi-VN" dirty="0">
                <a:latin typeface="+mj-lt"/>
              </a:rPr>
              <a:t> của Microsoft, dùng để lưu trữ, truy vấn và quản lý dữ liệu theo mô hình bản</a:t>
            </a:r>
            <a:r>
              <a:rPr lang="en-US" dirty="0">
                <a:latin typeface="+mj-lt"/>
              </a:rPr>
              <a:t>g</a:t>
            </a:r>
            <a:endParaRPr dirty="0">
              <a:latin typeface="+mj-lt"/>
            </a:endParaRPr>
          </a:p>
        </p:txBody>
      </p:sp>
      <p:sp>
        <p:nvSpPr>
          <p:cNvPr id="666" name="Google Shape;666;p35"/>
          <p:cNvSpPr txBox="1">
            <a:spLocks noGrp="1"/>
          </p:cNvSpPr>
          <p:nvPr>
            <p:ph type="subTitle" idx="4"/>
          </p:nvPr>
        </p:nvSpPr>
        <p:spPr>
          <a:xfrm>
            <a:off x="6167777" y="2953384"/>
            <a:ext cx="2194500" cy="1188600"/>
          </a:xfrm>
          <a:prstGeom prst="rect">
            <a:avLst/>
          </a:prstGeom>
        </p:spPr>
        <p:txBody>
          <a:bodyPr spcFirstLastPara="1" wrap="square" lIns="91425" tIns="91425" rIns="91425" bIns="91425" anchor="t" anchorCtr="0">
            <a:noAutofit/>
          </a:bodyPr>
          <a:lstStyle/>
          <a:p>
            <a:pPr marL="0" lvl="0" indent="0"/>
            <a:r>
              <a:rPr lang="en-US" b="1" dirty="0">
                <a:latin typeface="Times New Roman" panose="02020603050405020304" pitchFamily="18" charset="0"/>
                <a:cs typeface="Times New Roman" panose="02020603050405020304" pitchFamily="18" charset="0"/>
              </a:rPr>
              <a:t>Flutter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SDK UI </a:t>
            </a:r>
            <a:r>
              <a:rPr lang="en-US" b="1" dirty="0" err="1">
                <a:latin typeface="Times New Roman" panose="02020603050405020304" pitchFamily="18" charset="0"/>
                <a:cs typeface="Times New Roman" panose="02020603050405020304" pitchFamily="18" charset="0"/>
              </a:rPr>
              <a:t>mã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Google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nền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tảng</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một</a:t>
            </a:r>
            <a:r>
              <a:rPr lang="en-US" b="1" dirty="0">
                <a:latin typeface="Times New Roman" panose="02020603050405020304" pitchFamily="18" charset="0"/>
                <a:cs typeface="Times New Roman" panose="02020603050405020304" pitchFamily="18" charset="0"/>
              </a:rPr>
              <a:t> codebase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Dart</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673" name="Google Shape;673;p35"/>
          <p:cNvSpPr/>
          <p:nvPr/>
        </p:nvSpPr>
        <p:spPr>
          <a:xfrm>
            <a:off x="7971700" y="10816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7739360" y="932973"/>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715160" y="12527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0B365B11-A92C-2759-036A-EE7E8053F128}"/>
              </a:ext>
            </a:extLst>
          </p:cNvPr>
          <p:cNvPicPr>
            <a:picLocks noChangeAspect="1"/>
          </p:cNvPicPr>
          <p:nvPr/>
        </p:nvPicPr>
        <p:blipFill>
          <a:blip r:embed="rId3"/>
          <a:stretch>
            <a:fillRect/>
          </a:stretch>
        </p:blipFill>
        <p:spPr>
          <a:xfrm>
            <a:off x="1544361" y="1941013"/>
            <a:ext cx="651639" cy="549577"/>
          </a:xfrm>
          <a:prstGeom prst="rect">
            <a:avLst/>
          </a:prstGeom>
        </p:spPr>
      </p:pic>
      <p:pic>
        <p:nvPicPr>
          <p:cNvPr id="5" name="Picture 4">
            <a:extLst>
              <a:ext uri="{FF2B5EF4-FFF2-40B4-BE49-F238E27FC236}">
                <a16:creationId xmlns:a16="http://schemas.microsoft.com/office/drawing/2014/main" id="{A3B23E6F-901A-3FFE-6B80-2C035E82F858}"/>
              </a:ext>
            </a:extLst>
          </p:cNvPr>
          <p:cNvPicPr>
            <a:picLocks noChangeAspect="1"/>
          </p:cNvPicPr>
          <p:nvPr/>
        </p:nvPicPr>
        <p:blipFill>
          <a:blip r:embed="rId4"/>
          <a:stretch>
            <a:fillRect/>
          </a:stretch>
        </p:blipFill>
        <p:spPr>
          <a:xfrm>
            <a:off x="4293081" y="1927477"/>
            <a:ext cx="566919" cy="561336"/>
          </a:xfrm>
          <a:prstGeom prst="rect">
            <a:avLst/>
          </a:prstGeom>
        </p:spPr>
      </p:pic>
      <p:pic>
        <p:nvPicPr>
          <p:cNvPr id="9" name="Picture 8">
            <a:extLst>
              <a:ext uri="{FF2B5EF4-FFF2-40B4-BE49-F238E27FC236}">
                <a16:creationId xmlns:a16="http://schemas.microsoft.com/office/drawing/2014/main" id="{B0BFA166-2AE2-65AC-5F7B-A518576EE1FF}"/>
              </a:ext>
            </a:extLst>
          </p:cNvPr>
          <p:cNvPicPr>
            <a:picLocks noChangeAspect="1"/>
          </p:cNvPicPr>
          <p:nvPr/>
        </p:nvPicPr>
        <p:blipFill>
          <a:blip r:embed="rId5"/>
          <a:stretch>
            <a:fillRect/>
          </a:stretch>
        </p:blipFill>
        <p:spPr>
          <a:xfrm>
            <a:off x="7071831" y="1972774"/>
            <a:ext cx="569640" cy="527908"/>
          </a:xfrm>
          <a:prstGeom prst="rect">
            <a:avLst/>
          </a:prstGeom>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4">
          <a:extLst>
            <a:ext uri="{FF2B5EF4-FFF2-40B4-BE49-F238E27FC236}">
              <a16:creationId xmlns:a16="http://schemas.microsoft.com/office/drawing/2014/main" id="{E6D21CEC-8AD9-9462-DA01-8F35C57E8524}"/>
            </a:ext>
          </a:extLst>
        </p:cNvPr>
        <p:cNvGrpSpPr/>
        <p:nvPr/>
      </p:nvGrpSpPr>
      <p:grpSpPr>
        <a:xfrm>
          <a:off x="0" y="0"/>
          <a:ext cx="0" cy="0"/>
          <a:chOff x="0" y="0"/>
          <a:chExt cx="0" cy="0"/>
        </a:xfrm>
      </p:grpSpPr>
      <p:grpSp>
        <p:nvGrpSpPr>
          <p:cNvPr id="515" name="Google Shape;515;p32">
            <a:extLst>
              <a:ext uri="{FF2B5EF4-FFF2-40B4-BE49-F238E27FC236}">
                <a16:creationId xmlns:a16="http://schemas.microsoft.com/office/drawing/2014/main" id="{975E9C76-0E44-79D3-6152-648865129616}"/>
              </a:ext>
            </a:extLst>
          </p:cNvPr>
          <p:cNvGrpSpPr/>
          <p:nvPr/>
        </p:nvGrpSpPr>
        <p:grpSpPr>
          <a:xfrm>
            <a:off x="5022725" y="1426150"/>
            <a:ext cx="3657590" cy="348347"/>
            <a:chOff x="4572050" y="100025"/>
            <a:chExt cx="3657590" cy="348347"/>
          </a:xfrm>
        </p:grpSpPr>
        <p:sp>
          <p:nvSpPr>
            <p:cNvPr id="516" name="Google Shape;516;p32">
              <a:extLst>
                <a:ext uri="{FF2B5EF4-FFF2-40B4-BE49-F238E27FC236}">
                  <a16:creationId xmlns:a16="http://schemas.microsoft.com/office/drawing/2014/main" id="{29949F5B-74A7-56D2-C98C-64EDF10271A1}"/>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a:extLst>
                <a:ext uri="{FF2B5EF4-FFF2-40B4-BE49-F238E27FC236}">
                  <a16:creationId xmlns:a16="http://schemas.microsoft.com/office/drawing/2014/main" id="{94F46327-6F99-C2FF-6906-004BB8053AC5}"/>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a:extLst>
                <a:ext uri="{FF2B5EF4-FFF2-40B4-BE49-F238E27FC236}">
                  <a16:creationId xmlns:a16="http://schemas.microsoft.com/office/drawing/2014/main" id="{1D66D6C7-D0B5-A23C-A2A2-114D3A29D1A3}"/>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a:extLst>
                <a:ext uri="{FF2B5EF4-FFF2-40B4-BE49-F238E27FC236}">
                  <a16:creationId xmlns:a16="http://schemas.microsoft.com/office/drawing/2014/main" id="{D567A893-F962-C3EF-A65F-B3879C87665B}"/>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a:extLst>
                <a:ext uri="{FF2B5EF4-FFF2-40B4-BE49-F238E27FC236}">
                  <a16:creationId xmlns:a16="http://schemas.microsoft.com/office/drawing/2014/main" id="{C3E6D9B4-295F-B6AA-99B4-56F815D76104}"/>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a:extLst>
                <a:ext uri="{FF2B5EF4-FFF2-40B4-BE49-F238E27FC236}">
                  <a16:creationId xmlns:a16="http://schemas.microsoft.com/office/drawing/2014/main" id="{0CBDB375-F7CA-11C8-BFCD-8B47F6C7326E}"/>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a:extLst>
                <a:ext uri="{FF2B5EF4-FFF2-40B4-BE49-F238E27FC236}">
                  <a16:creationId xmlns:a16="http://schemas.microsoft.com/office/drawing/2014/main" id="{8CC5A4F4-873D-B335-4A57-6B2D9F489559}"/>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a:extLst>
                <a:ext uri="{FF2B5EF4-FFF2-40B4-BE49-F238E27FC236}">
                  <a16:creationId xmlns:a16="http://schemas.microsoft.com/office/drawing/2014/main" id="{5CA53E5C-14F4-8D5C-116F-BC3B49C69973}"/>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a:extLst>
                <a:ext uri="{FF2B5EF4-FFF2-40B4-BE49-F238E27FC236}">
                  <a16:creationId xmlns:a16="http://schemas.microsoft.com/office/drawing/2014/main" id="{4ED670D9-B506-4CBB-E007-565ED1C33F67}"/>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a:extLst>
                <a:ext uri="{FF2B5EF4-FFF2-40B4-BE49-F238E27FC236}">
                  <a16:creationId xmlns:a16="http://schemas.microsoft.com/office/drawing/2014/main" id="{68B68D3B-ED8B-A98C-1A5D-D1E94EBBF2EF}"/>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a:extLst>
                <a:ext uri="{FF2B5EF4-FFF2-40B4-BE49-F238E27FC236}">
                  <a16:creationId xmlns:a16="http://schemas.microsoft.com/office/drawing/2014/main" id="{578C9659-AFB7-C7E7-D7AF-B9E373EB15EF}"/>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a:extLst>
                <a:ext uri="{FF2B5EF4-FFF2-40B4-BE49-F238E27FC236}">
                  <a16:creationId xmlns:a16="http://schemas.microsoft.com/office/drawing/2014/main" id="{CCDDFE24-2805-8670-A264-C4CA766168F9}"/>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a:extLst>
              <a:ext uri="{FF2B5EF4-FFF2-40B4-BE49-F238E27FC236}">
                <a16:creationId xmlns:a16="http://schemas.microsoft.com/office/drawing/2014/main" id="{DF049182-1A27-5E86-4DC9-D0801FD2097B}"/>
              </a:ext>
            </a:extLst>
          </p:cNvPr>
          <p:cNvGrpSpPr/>
          <p:nvPr/>
        </p:nvGrpSpPr>
        <p:grpSpPr>
          <a:xfrm rot="-5400000">
            <a:off x="7699250" y="1584200"/>
            <a:ext cx="603495" cy="1371596"/>
            <a:chOff x="3724575" y="3497700"/>
            <a:chExt cx="603495" cy="1371596"/>
          </a:xfrm>
        </p:grpSpPr>
        <p:sp>
          <p:nvSpPr>
            <p:cNvPr id="529" name="Google Shape;529;p32">
              <a:extLst>
                <a:ext uri="{FF2B5EF4-FFF2-40B4-BE49-F238E27FC236}">
                  <a16:creationId xmlns:a16="http://schemas.microsoft.com/office/drawing/2014/main" id="{02AD3A3D-6062-8B48-0ACA-05571249C248}"/>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a:extLst>
                <a:ext uri="{FF2B5EF4-FFF2-40B4-BE49-F238E27FC236}">
                  <a16:creationId xmlns:a16="http://schemas.microsoft.com/office/drawing/2014/main" id="{792BBB55-FBD5-6971-16DC-CB35ECD6C958}"/>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a:extLst>
                <a:ext uri="{FF2B5EF4-FFF2-40B4-BE49-F238E27FC236}">
                  <a16:creationId xmlns:a16="http://schemas.microsoft.com/office/drawing/2014/main" id="{77995E24-F9C1-3D00-0A14-649A03694A87}"/>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a:extLst>
                <a:ext uri="{FF2B5EF4-FFF2-40B4-BE49-F238E27FC236}">
                  <a16:creationId xmlns:a16="http://schemas.microsoft.com/office/drawing/2014/main" id="{A2C8D0D5-7C5E-EE76-C9C1-9C68CBDBCAE5}"/>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a:extLst>
                <a:ext uri="{FF2B5EF4-FFF2-40B4-BE49-F238E27FC236}">
                  <a16:creationId xmlns:a16="http://schemas.microsoft.com/office/drawing/2014/main" id="{DF30C217-9804-7C5F-4C63-ECAE312731D4}"/>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a:extLst>
                <a:ext uri="{FF2B5EF4-FFF2-40B4-BE49-F238E27FC236}">
                  <a16:creationId xmlns:a16="http://schemas.microsoft.com/office/drawing/2014/main" id="{EE24F88B-97E0-E1B1-B991-137323DB80DF}"/>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a:extLst>
              <a:ext uri="{FF2B5EF4-FFF2-40B4-BE49-F238E27FC236}">
                <a16:creationId xmlns:a16="http://schemas.microsoft.com/office/drawing/2014/main" id="{DE421F1A-B432-0B96-D15D-DB6C1BBED19E}"/>
              </a:ext>
            </a:extLst>
          </p:cNvPr>
          <p:cNvGrpSpPr/>
          <p:nvPr/>
        </p:nvGrpSpPr>
        <p:grpSpPr>
          <a:xfrm>
            <a:off x="715100" y="274199"/>
            <a:ext cx="1920300" cy="1918875"/>
            <a:chOff x="715100" y="274199"/>
            <a:chExt cx="1920300" cy="1918875"/>
          </a:xfrm>
        </p:grpSpPr>
        <p:sp>
          <p:nvSpPr>
            <p:cNvPr id="536" name="Google Shape;536;p32">
              <a:extLst>
                <a:ext uri="{FF2B5EF4-FFF2-40B4-BE49-F238E27FC236}">
                  <a16:creationId xmlns:a16="http://schemas.microsoft.com/office/drawing/2014/main" id="{49DDF4F6-36B2-2132-51BA-9B4EC6CF70BC}"/>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a:extLst>
                <a:ext uri="{FF2B5EF4-FFF2-40B4-BE49-F238E27FC236}">
                  <a16:creationId xmlns:a16="http://schemas.microsoft.com/office/drawing/2014/main" id="{8CA5F9EE-1807-D938-BF10-F9F4E223ECDB}"/>
                </a:ext>
              </a:extLst>
            </p:cNvPr>
            <p:cNvGrpSpPr/>
            <p:nvPr/>
          </p:nvGrpSpPr>
          <p:grpSpPr>
            <a:xfrm>
              <a:off x="715100" y="274199"/>
              <a:ext cx="1828800" cy="1828800"/>
              <a:chOff x="715100" y="274199"/>
              <a:chExt cx="1828800" cy="1828800"/>
            </a:xfrm>
          </p:grpSpPr>
          <p:sp>
            <p:nvSpPr>
              <p:cNvPr id="538" name="Google Shape;538;p32">
                <a:extLst>
                  <a:ext uri="{FF2B5EF4-FFF2-40B4-BE49-F238E27FC236}">
                    <a16:creationId xmlns:a16="http://schemas.microsoft.com/office/drawing/2014/main" id="{31FD96A6-BB96-BAEC-04DE-A149C3E08FA2}"/>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a:extLst>
                  <a:ext uri="{FF2B5EF4-FFF2-40B4-BE49-F238E27FC236}">
                    <a16:creationId xmlns:a16="http://schemas.microsoft.com/office/drawing/2014/main" id="{97B6DCD9-1D97-F094-2FFF-486A556B7F5F}"/>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a:extLst>
                  <a:ext uri="{FF2B5EF4-FFF2-40B4-BE49-F238E27FC236}">
                    <a16:creationId xmlns:a16="http://schemas.microsoft.com/office/drawing/2014/main" id="{A7AD7937-2C0D-BA4D-1206-5AAF3C5D1185}"/>
                  </a:ext>
                </a:extLst>
              </p:cNvPr>
              <p:cNvGrpSpPr/>
              <p:nvPr/>
            </p:nvGrpSpPr>
            <p:grpSpPr>
              <a:xfrm>
                <a:off x="2267950" y="363963"/>
                <a:ext cx="183000" cy="183000"/>
                <a:chOff x="8225400" y="367488"/>
                <a:chExt cx="183000" cy="183000"/>
              </a:xfrm>
            </p:grpSpPr>
            <p:cxnSp>
              <p:nvCxnSpPr>
                <p:cNvPr id="541" name="Google Shape;541;p32">
                  <a:extLst>
                    <a:ext uri="{FF2B5EF4-FFF2-40B4-BE49-F238E27FC236}">
                      <a16:creationId xmlns:a16="http://schemas.microsoft.com/office/drawing/2014/main" id="{CD7A1B6F-2BEE-6F3F-704D-BE2BAF0B8624}"/>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a:extLst>
                    <a:ext uri="{FF2B5EF4-FFF2-40B4-BE49-F238E27FC236}">
                      <a16:creationId xmlns:a16="http://schemas.microsoft.com/office/drawing/2014/main" id="{DE74D325-47D0-E464-5BD9-364EBC25DFF1}"/>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a:extLst>
                  <a:ext uri="{FF2B5EF4-FFF2-40B4-BE49-F238E27FC236}">
                    <a16:creationId xmlns:a16="http://schemas.microsoft.com/office/drawing/2014/main" id="{4BE5A59F-2658-A483-BF80-7E20ECC48EB8}"/>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a:extLst>
                  <a:ext uri="{FF2B5EF4-FFF2-40B4-BE49-F238E27FC236}">
                    <a16:creationId xmlns:a16="http://schemas.microsoft.com/office/drawing/2014/main" id="{4F095581-72E3-FB79-C69D-415A1B4BD5F0}"/>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a:extLst>
              <a:ext uri="{FF2B5EF4-FFF2-40B4-BE49-F238E27FC236}">
                <a16:creationId xmlns:a16="http://schemas.microsoft.com/office/drawing/2014/main" id="{9F4380C9-A56F-221D-460F-95731D492A7A}"/>
              </a:ext>
            </a:extLst>
          </p:cNvPr>
          <p:cNvSpPr txBox="1">
            <a:spLocks noGrp="1"/>
          </p:cNvSpPr>
          <p:nvPr>
            <p:ph type="title" idx="2"/>
          </p:nvPr>
        </p:nvSpPr>
        <p:spPr>
          <a:xfrm>
            <a:off x="856050" y="684600"/>
            <a:ext cx="15034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546" name="Google Shape;546;p32">
            <a:extLst>
              <a:ext uri="{FF2B5EF4-FFF2-40B4-BE49-F238E27FC236}">
                <a16:creationId xmlns:a16="http://schemas.microsoft.com/office/drawing/2014/main" id="{BCA23DBD-6AF0-0ABC-6203-EBC67783C9E4}"/>
              </a:ext>
            </a:extLst>
          </p:cNvPr>
          <p:cNvSpPr txBox="1">
            <a:spLocks noGrp="1"/>
          </p:cNvSpPr>
          <p:nvPr>
            <p:ph type="title"/>
          </p:nvPr>
        </p:nvSpPr>
        <p:spPr>
          <a:xfrm>
            <a:off x="1814349" y="2505999"/>
            <a:ext cx="5486400" cy="914400"/>
          </a:xfrm>
          <a:prstGeom prst="rect">
            <a:avLst/>
          </a:prstGeom>
        </p:spPr>
        <p:txBody>
          <a:bodyPr spcFirstLastPara="1" wrap="square" lIns="91425" tIns="91425" rIns="91425" bIns="91425" anchor="t" anchorCtr="0">
            <a:noAutofit/>
          </a:bodyPr>
          <a:lstStyle/>
          <a:p>
            <a:pPr lvl="0"/>
            <a:r>
              <a:rPr lang="en-US" dirty="0" err="1"/>
              <a:t>Usecase</a:t>
            </a:r>
            <a:endParaRPr dirty="0"/>
          </a:p>
        </p:txBody>
      </p:sp>
      <p:grpSp>
        <p:nvGrpSpPr>
          <p:cNvPr id="552" name="Google Shape;552;p32">
            <a:extLst>
              <a:ext uri="{FF2B5EF4-FFF2-40B4-BE49-F238E27FC236}">
                <a16:creationId xmlns:a16="http://schemas.microsoft.com/office/drawing/2014/main" id="{F67BA742-6CB1-7E61-D999-6E011C2BBB97}"/>
              </a:ext>
            </a:extLst>
          </p:cNvPr>
          <p:cNvGrpSpPr/>
          <p:nvPr/>
        </p:nvGrpSpPr>
        <p:grpSpPr>
          <a:xfrm>
            <a:off x="463651" y="4105603"/>
            <a:ext cx="502899" cy="502899"/>
            <a:chOff x="858700" y="1967475"/>
            <a:chExt cx="605100" cy="605100"/>
          </a:xfrm>
        </p:grpSpPr>
        <p:sp>
          <p:nvSpPr>
            <p:cNvPr id="553" name="Google Shape;553;p32">
              <a:extLst>
                <a:ext uri="{FF2B5EF4-FFF2-40B4-BE49-F238E27FC236}">
                  <a16:creationId xmlns:a16="http://schemas.microsoft.com/office/drawing/2014/main" id="{4C48AD99-9BEB-E5FE-FA68-A2BAAF93D181}"/>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a:extLst>
                <a:ext uri="{FF2B5EF4-FFF2-40B4-BE49-F238E27FC236}">
                  <a16:creationId xmlns:a16="http://schemas.microsoft.com/office/drawing/2014/main" id="{79327C6E-B9D1-43E2-56ED-E88E56AA36A7}"/>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a:extLst>
              <a:ext uri="{FF2B5EF4-FFF2-40B4-BE49-F238E27FC236}">
                <a16:creationId xmlns:a16="http://schemas.microsoft.com/office/drawing/2014/main" id="{FEDAB3A4-165C-469F-14D6-0B1FB32531DB}"/>
              </a:ext>
            </a:extLst>
          </p:cNvPr>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a:extLst>
              <a:ext uri="{FF2B5EF4-FFF2-40B4-BE49-F238E27FC236}">
                <a16:creationId xmlns:a16="http://schemas.microsoft.com/office/drawing/2014/main" id="{691C8871-9C8B-006B-40E3-35DA193A6183}"/>
              </a:ext>
            </a:extLst>
          </p:cNvPr>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a:extLst>
              <a:ext uri="{FF2B5EF4-FFF2-40B4-BE49-F238E27FC236}">
                <a16:creationId xmlns:a16="http://schemas.microsoft.com/office/drawing/2014/main" id="{5A1C2848-D218-A9D3-5125-274B28B17679}"/>
              </a:ext>
            </a:extLst>
          </p:cNvPr>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a:extLst>
              <a:ext uri="{FF2B5EF4-FFF2-40B4-BE49-F238E27FC236}">
                <a16:creationId xmlns:a16="http://schemas.microsoft.com/office/drawing/2014/main" id="{299B99CC-B25B-CEA1-89FA-36B7CA075457}"/>
              </a:ext>
            </a:extLst>
          </p:cNvPr>
          <p:cNvGrpSpPr/>
          <p:nvPr/>
        </p:nvGrpSpPr>
        <p:grpSpPr>
          <a:xfrm>
            <a:off x="463700" y="3419800"/>
            <a:ext cx="502800" cy="502800"/>
            <a:chOff x="1627550" y="2017350"/>
            <a:chExt cx="502800" cy="502800"/>
          </a:xfrm>
        </p:grpSpPr>
        <p:sp>
          <p:nvSpPr>
            <p:cNvPr id="559" name="Google Shape;559;p32">
              <a:extLst>
                <a:ext uri="{FF2B5EF4-FFF2-40B4-BE49-F238E27FC236}">
                  <a16:creationId xmlns:a16="http://schemas.microsoft.com/office/drawing/2014/main" id="{509AEAEE-585A-424C-49B0-B53F4730920A}"/>
                </a:ext>
              </a:extLst>
            </p:cNvPr>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a:extLst>
                <a:ext uri="{FF2B5EF4-FFF2-40B4-BE49-F238E27FC236}">
                  <a16:creationId xmlns:a16="http://schemas.microsoft.com/office/drawing/2014/main" id="{91351A61-4A45-280D-A776-4F02562D0634}"/>
                </a:ext>
              </a:extLst>
            </p:cNvPr>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4790633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94" name="Google Shape;694;p36"/>
          <p:cNvSpPr txBox="1">
            <a:spLocks noGrp="1"/>
          </p:cNvSpPr>
          <p:nvPr>
            <p:ph type="title"/>
          </p:nvPr>
        </p:nvSpPr>
        <p:spPr>
          <a:xfrm>
            <a:off x="715050" y="632059"/>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Usecase</a:t>
            </a:r>
            <a:r>
              <a:rPr lang="en-US" dirty="0"/>
              <a:t> Diagram</a:t>
            </a:r>
            <a:endParaRPr dirty="0"/>
          </a:p>
        </p:txBody>
      </p:sp>
      <p:sp>
        <p:nvSpPr>
          <p:cNvPr id="707" name="Google Shape;707;p36"/>
          <p:cNvSpPr/>
          <p:nvPr/>
        </p:nvSpPr>
        <p:spPr>
          <a:xfrm>
            <a:off x="7746400" y="10664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a:off x="7971832" y="91781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a:off x="715100" y="135770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01E29518-CE7B-049B-FDFD-AD5290ACBE50}"/>
              </a:ext>
            </a:extLst>
          </p:cNvPr>
          <p:cNvPicPr>
            <a:picLocks noChangeAspect="1"/>
          </p:cNvPicPr>
          <p:nvPr/>
        </p:nvPicPr>
        <p:blipFill>
          <a:blip r:embed="rId3"/>
          <a:stretch>
            <a:fillRect/>
          </a:stretch>
        </p:blipFill>
        <p:spPr>
          <a:xfrm>
            <a:off x="1449436" y="1231040"/>
            <a:ext cx="6129927" cy="3512750"/>
          </a:xfrm>
          <a:prstGeom prst="rect">
            <a:avLst/>
          </a:prstGeom>
        </p:spPr>
      </p:pic>
      <p:pic>
        <p:nvPicPr>
          <p:cNvPr id="4" name="Picture 3">
            <a:extLst>
              <a:ext uri="{FF2B5EF4-FFF2-40B4-BE49-F238E27FC236}">
                <a16:creationId xmlns:a16="http://schemas.microsoft.com/office/drawing/2014/main" id="{7FEEB2BF-5B65-67AB-1C33-DCCFE48B1A51}"/>
              </a:ext>
            </a:extLst>
          </p:cNvPr>
          <p:cNvPicPr>
            <a:picLocks noChangeAspect="1"/>
          </p:cNvPicPr>
          <p:nvPr/>
        </p:nvPicPr>
        <p:blipFill>
          <a:blip r:embed="rId4"/>
          <a:stretch>
            <a:fillRect/>
          </a:stretch>
        </p:blipFill>
        <p:spPr>
          <a:xfrm>
            <a:off x="0" y="2459"/>
            <a:ext cx="9144000" cy="5138582"/>
          </a:xfrm>
          <a:prstGeom prst="rect">
            <a:avLst/>
          </a:prstGeom>
        </p:spPr>
      </p:pic>
      <p:pic>
        <p:nvPicPr>
          <p:cNvPr id="7" name="Picture 6">
            <a:extLst>
              <a:ext uri="{FF2B5EF4-FFF2-40B4-BE49-F238E27FC236}">
                <a16:creationId xmlns:a16="http://schemas.microsoft.com/office/drawing/2014/main" id="{7BE69927-1C2A-3DF0-29F0-1C2C4DB48191}"/>
              </a:ext>
            </a:extLst>
          </p:cNvPr>
          <p:cNvPicPr>
            <a:picLocks noChangeAspect="1"/>
          </p:cNvPicPr>
          <p:nvPr/>
        </p:nvPicPr>
        <p:blipFill>
          <a:blip r:embed="rId5"/>
          <a:stretch>
            <a:fillRect/>
          </a:stretch>
        </p:blipFill>
        <p:spPr>
          <a:xfrm>
            <a:off x="0" y="15657"/>
            <a:ext cx="9144000" cy="51278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4">
          <a:extLst>
            <a:ext uri="{FF2B5EF4-FFF2-40B4-BE49-F238E27FC236}">
              <a16:creationId xmlns:a16="http://schemas.microsoft.com/office/drawing/2014/main" id="{AA8639CF-DFC6-F897-5058-8E936E3829E0}"/>
            </a:ext>
          </a:extLst>
        </p:cNvPr>
        <p:cNvGrpSpPr/>
        <p:nvPr/>
      </p:nvGrpSpPr>
      <p:grpSpPr>
        <a:xfrm>
          <a:off x="0" y="0"/>
          <a:ext cx="0" cy="0"/>
          <a:chOff x="0" y="0"/>
          <a:chExt cx="0" cy="0"/>
        </a:xfrm>
      </p:grpSpPr>
      <p:grpSp>
        <p:nvGrpSpPr>
          <p:cNvPr id="515" name="Google Shape;515;p32">
            <a:extLst>
              <a:ext uri="{FF2B5EF4-FFF2-40B4-BE49-F238E27FC236}">
                <a16:creationId xmlns:a16="http://schemas.microsoft.com/office/drawing/2014/main" id="{995C58AF-58F4-F2A5-6CF1-D2B075823C58}"/>
              </a:ext>
            </a:extLst>
          </p:cNvPr>
          <p:cNvGrpSpPr/>
          <p:nvPr/>
        </p:nvGrpSpPr>
        <p:grpSpPr>
          <a:xfrm>
            <a:off x="5022725" y="1426150"/>
            <a:ext cx="3657590" cy="348347"/>
            <a:chOff x="4572050" y="100025"/>
            <a:chExt cx="3657590" cy="348347"/>
          </a:xfrm>
        </p:grpSpPr>
        <p:sp>
          <p:nvSpPr>
            <p:cNvPr id="516" name="Google Shape;516;p32">
              <a:extLst>
                <a:ext uri="{FF2B5EF4-FFF2-40B4-BE49-F238E27FC236}">
                  <a16:creationId xmlns:a16="http://schemas.microsoft.com/office/drawing/2014/main" id="{F2992E43-F14B-E57C-1011-1211823B71E3}"/>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a:extLst>
                <a:ext uri="{FF2B5EF4-FFF2-40B4-BE49-F238E27FC236}">
                  <a16:creationId xmlns:a16="http://schemas.microsoft.com/office/drawing/2014/main" id="{39EFE6E1-B219-DB56-A2FB-7FE1E3D1487F}"/>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a:extLst>
                <a:ext uri="{FF2B5EF4-FFF2-40B4-BE49-F238E27FC236}">
                  <a16:creationId xmlns:a16="http://schemas.microsoft.com/office/drawing/2014/main" id="{12EA3C1F-9754-13FE-D25A-456291AF7D93}"/>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a:extLst>
                <a:ext uri="{FF2B5EF4-FFF2-40B4-BE49-F238E27FC236}">
                  <a16:creationId xmlns:a16="http://schemas.microsoft.com/office/drawing/2014/main" id="{942839C1-41D0-A380-79BE-55CD03FD840F}"/>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a:extLst>
                <a:ext uri="{FF2B5EF4-FFF2-40B4-BE49-F238E27FC236}">
                  <a16:creationId xmlns:a16="http://schemas.microsoft.com/office/drawing/2014/main" id="{7824D5A8-ACD8-4C93-EE49-B6280FEB17C5}"/>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a:extLst>
                <a:ext uri="{FF2B5EF4-FFF2-40B4-BE49-F238E27FC236}">
                  <a16:creationId xmlns:a16="http://schemas.microsoft.com/office/drawing/2014/main" id="{44081347-C0DF-63AB-356D-C00BDFF55666}"/>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a:extLst>
                <a:ext uri="{FF2B5EF4-FFF2-40B4-BE49-F238E27FC236}">
                  <a16:creationId xmlns:a16="http://schemas.microsoft.com/office/drawing/2014/main" id="{BAF51F85-BAC7-A677-6AB2-A83A45AE539F}"/>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a:extLst>
                <a:ext uri="{FF2B5EF4-FFF2-40B4-BE49-F238E27FC236}">
                  <a16:creationId xmlns:a16="http://schemas.microsoft.com/office/drawing/2014/main" id="{4A756F78-BEBB-5DB7-EB63-6B12BC4EAF28}"/>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a:extLst>
                <a:ext uri="{FF2B5EF4-FFF2-40B4-BE49-F238E27FC236}">
                  <a16:creationId xmlns:a16="http://schemas.microsoft.com/office/drawing/2014/main" id="{F57B8E96-3584-ED0E-5417-13DC8E4E6051}"/>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a:extLst>
                <a:ext uri="{FF2B5EF4-FFF2-40B4-BE49-F238E27FC236}">
                  <a16:creationId xmlns:a16="http://schemas.microsoft.com/office/drawing/2014/main" id="{19FEB019-F3A2-C0C7-E54C-9678FB1D162D}"/>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a:extLst>
                <a:ext uri="{FF2B5EF4-FFF2-40B4-BE49-F238E27FC236}">
                  <a16:creationId xmlns:a16="http://schemas.microsoft.com/office/drawing/2014/main" id="{CC42ABFD-C288-82A6-6167-4931919CAE30}"/>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a:extLst>
                <a:ext uri="{FF2B5EF4-FFF2-40B4-BE49-F238E27FC236}">
                  <a16:creationId xmlns:a16="http://schemas.microsoft.com/office/drawing/2014/main" id="{E7AC703B-DA85-22E2-76A9-A67332CA9BD6}"/>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a:extLst>
              <a:ext uri="{FF2B5EF4-FFF2-40B4-BE49-F238E27FC236}">
                <a16:creationId xmlns:a16="http://schemas.microsoft.com/office/drawing/2014/main" id="{C9D5964E-2F6E-DFF2-7FEF-98D2D0F79F1C}"/>
              </a:ext>
            </a:extLst>
          </p:cNvPr>
          <p:cNvGrpSpPr/>
          <p:nvPr/>
        </p:nvGrpSpPr>
        <p:grpSpPr>
          <a:xfrm rot="-5400000">
            <a:off x="7699250" y="1584200"/>
            <a:ext cx="603495" cy="1371596"/>
            <a:chOff x="3724575" y="3497700"/>
            <a:chExt cx="603495" cy="1371596"/>
          </a:xfrm>
        </p:grpSpPr>
        <p:sp>
          <p:nvSpPr>
            <p:cNvPr id="529" name="Google Shape;529;p32">
              <a:extLst>
                <a:ext uri="{FF2B5EF4-FFF2-40B4-BE49-F238E27FC236}">
                  <a16:creationId xmlns:a16="http://schemas.microsoft.com/office/drawing/2014/main" id="{1E884E6C-17BD-6503-EF7C-2022BC2BA47B}"/>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a:extLst>
                <a:ext uri="{FF2B5EF4-FFF2-40B4-BE49-F238E27FC236}">
                  <a16:creationId xmlns:a16="http://schemas.microsoft.com/office/drawing/2014/main" id="{D04C2392-D88C-8F34-9405-1A839BF743DD}"/>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a:extLst>
                <a:ext uri="{FF2B5EF4-FFF2-40B4-BE49-F238E27FC236}">
                  <a16:creationId xmlns:a16="http://schemas.microsoft.com/office/drawing/2014/main" id="{D74FE7E7-5036-8158-3E3A-3E1A149D36F6}"/>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a:extLst>
                <a:ext uri="{FF2B5EF4-FFF2-40B4-BE49-F238E27FC236}">
                  <a16:creationId xmlns:a16="http://schemas.microsoft.com/office/drawing/2014/main" id="{7B04F410-7641-A542-51F0-63B6BE12D708}"/>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a:extLst>
                <a:ext uri="{FF2B5EF4-FFF2-40B4-BE49-F238E27FC236}">
                  <a16:creationId xmlns:a16="http://schemas.microsoft.com/office/drawing/2014/main" id="{35951A26-4763-68B5-0218-0571A8C34A16}"/>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a:extLst>
                <a:ext uri="{FF2B5EF4-FFF2-40B4-BE49-F238E27FC236}">
                  <a16:creationId xmlns:a16="http://schemas.microsoft.com/office/drawing/2014/main" id="{90C2D87C-2784-A775-58F7-D101D42EFB71}"/>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a:extLst>
              <a:ext uri="{FF2B5EF4-FFF2-40B4-BE49-F238E27FC236}">
                <a16:creationId xmlns:a16="http://schemas.microsoft.com/office/drawing/2014/main" id="{3AB714E3-0372-B434-1EB8-15410F7335F0}"/>
              </a:ext>
            </a:extLst>
          </p:cNvPr>
          <p:cNvGrpSpPr/>
          <p:nvPr/>
        </p:nvGrpSpPr>
        <p:grpSpPr>
          <a:xfrm>
            <a:off x="715100" y="274199"/>
            <a:ext cx="1920300" cy="1918875"/>
            <a:chOff x="715100" y="274199"/>
            <a:chExt cx="1920300" cy="1918875"/>
          </a:xfrm>
        </p:grpSpPr>
        <p:sp>
          <p:nvSpPr>
            <p:cNvPr id="536" name="Google Shape;536;p32">
              <a:extLst>
                <a:ext uri="{FF2B5EF4-FFF2-40B4-BE49-F238E27FC236}">
                  <a16:creationId xmlns:a16="http://schemas.microsoft.com/office/drawing/2014/main" id="{EB8E7187-780B-8319-CB2D-73AE64FAC282}"/>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a:extLst>
                <a:ext uri="{FF2B5EF4-FFF2-40B4-BE49-F238E27FC236}">
                  <a16:creationId xmlns:a16="http://schemas.microsoft.com/office/drawing/2014/main" id="{BF439DFE-2CCA-6F5E-AD96-7021725F87E1}"/>
                </a:ext>
              </a:extLst>
            </p:cNvPr>
            <p:cNvGrpSpPr/>
            <p:nvPr/>
          </p:nvGrpSpPr>
          <p:grpSpPr>
            <a:xfrm>
              <a:off x="715100" y="274199"/>
              <a:ext cx="1828800" cy="1828800"/>
              <a:chOff x="715100" y="274199"/>
              <a:chExt cx="1828800" cy="1828800"/>
            </a:xfrm>
          </p:grpSpPr>
          <p:sp>
            <p:nvSpPr>
              <p:cNvPr id="538" name="Google Shape;538;p32">
                <a:extLst>
                  <a:ext uri="{FF2B5EF4-FFF2-40B4-BE49-F238E27FC236}">
                    <a16:creationId xmlns:a16="http://schemas.microsoft.com/office/drawing/2014/main" id="{0E1C12A6-D0AC-9EFE-87A8-50E2350026F2}"/>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a:extLst>
                  <a:ext uri="{FF2B5EF4-FFF2-40B4-BE49-F238E27FC236}">
                    <a16:creationId xmlns:a16="http://schemas.microsoft.com/office/drawing/2014/main" id="{CCE3D5BA-6FEE-88EB-1763-EEE6A2F1853D}"/>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a:extLst>
                  <a:ext uri="{FF2B5EF4-FFF2-40B4-BE49-F238E27FC236}">
                    <a16:creationId xmlns:a16="http://schemas.microsoft.com/office/drawing/2014/main" id="{3D39E15C-1ABF-28C6-DA72-4F56AAD49C66}"/>
                  </a:ext>
                </a:extLst>
              </p:cNvPr>
              <p:cNvGrpSpPr/>
              <p:nvPr/>
            </p:nvGrpSpPr>
            <p:grpSpPr>
              <a:xfrm>
                <a:off x="2267950" y="363963"/>
                <a:ext cx="183000" cy="183000"/>
                <a:chOff x="8225400" y="367488"/>
                <a:chExt cx="183000" cy="183000"/>
              </a:xfrm>
            </p:grpSpPr>
            <p:cxnSp>
              <p:nvCxnSpPr>
                <p:cNvPr id="541" name="Google Shape;541;p32">
                  <a:extLst>
                    <a:ext uri="{FF2B5EF4-FFF2-40B4-BE49-F238E27FC236}">
                      <a16:creationId xmlns:a16="http://schemas.microsoft.com/office/drawing/2014/main" id="{141D3F55-77EA-27AE-2854-2D57E116567C}"/>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a:extLst>
                    <a:ext uri="{FF2B5EF4-FFF2-40B4-BE49-F238E27FC236}">
                      <a16:creationId xmlns:a16="http://schemas.microsoft.com/office/drawing/2014/main" id="{77996BDD-7CCA-4C89-A341-6D4C5AAE520E}"/>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a:extLst>
                  <a:ext uri="{FF2B5EF4-FFF2-40B4-BE49-F238E27FC236}">
                    <a16:creationId xmlns:a16="http://schemas.microsoft.com/office/drawing/2014/main" id="{DB403FAA-BE9A-B5F7-78DE-D8751FE64D23}"/>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a:extLst>
                  <a:ext uri="{FF2B5EF4-FFF2-40B4-BE49-F238E27FC236}">
                    <a16:creationId xmlns:a16="http://schemas.microsoft.com/office/drawing/2014/main" id="{DE67B940-471D-0D6C-107C-7510EE441783}"/>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a:extLst>
              <a:ext uri="{FF2B5EF4-FFF2-40B4-BE49-F238E27FC236}">
                <a16:creationId xmlns:a16="http://schemas.microsoft.com/office/drawing/2014/main" id="{B9669462-C626-1A76-78C5-5FD87FA66FF5}"/>
              </a:ext>
            </a:extLst>
          </p:cNvPr>
          <p:cNvSpPr txBox="1">
            <a:spLocks noGrp="1"/>
          </p:cNvSpPr>
          <p:nvPr>
            <p:ph type="title" idx="2"/>
          </p:nvPr>
        </p:nvSpPr>
        <p:spPr>
          <a:xfrm>
            <a:off x="856050" y="684600"/>
            <a:ext cx="15034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546" name="Google Shape;546;p32">
            <a:extLst>
              <a:ext uri="{FF2B5EF4-FFF2-40B4-BE49-F238E27FC236}">
                <a16:creationId xmlns:a16="http://schemas.microsoft.com/office/drawing/2014/main" id="{B5FE8CD7-4FC8-8228-E433-1ABC14DA7D2C}"/>
              </a:ext>
            </a:extLst>
          </p:cNvPr>
          <p:cNvSpPr txBox="1">
            <a:spLocks noGrp="1"/>
          </p:cNvSpPr>
          <p:nvPr>
            <p:ph type="title"/>
          </p:nvPr>
        </p:nvSpPr>
        <p:spPr>
          <a:xfrm>
            <a:off x="1814349" y="2505999"/>
            <a:ext cx="5486400" cy="914400"/>
          </a:xfrm>
          <a:prstGeom prst="rect">
            <a:avLst/>
          </a:prstGeom>
        </p:spPr>
        <p:txBody>
          <a:bodyPr spcFirstLastPara="1" wrap="square" lIns="91425" tIns="91425" rIns="91425" bIns="91425" anchor="t" anchorCtr="0">
            <a:noAutofit/>
          </a:bodyPr>
          <a:lstStyle/>
          <a:p>
            <a:pPr lvl="0"/>
            <a:r>
              <a:rPr lang="en-US" dirty="0"/>
              <a:t>Features</a:t>
            </a:r>
            <a:endParaRPr dirty="0"/>
          </a:p>
        </p:txBody>
      </p:sp>
      <p:grpSp>
        <p:nvGrpSpPr>
          <p:cNvPr id="552" name="Google Shape;552;p32">
            <a:extLst>
              <a:ext uri="{FF2B5EF4-FFF2-40B4-BE49-F238E27FC236}">
                <a16:creationId xmlns:a16="http://schemas.microsoft.com/office/drawing/2014/main" id="{05867FAD-0A0C-3AE4-A954-175404BA1F66}"/>
              </a:ext>
            </a:extLst>
          </p:cNvPr>
          <p:cNvGrpSpPr/>
          <p:nvPr/>
        </p:nvGrpSpPr>
        <p:grpSpPr>
          <a:xfrm>
            <a:off x="463651" y="4105603"/>
            <a:ext cx="502899" cy="502899"/>
            <a:chOff x="858700" y="1967475"/>
            <a:chExt cx="605100" cy="605100"/>
          </a:xfrm>
        </p:grpSpPr>
        <p:sp>
          <p:nvSpPr>
            <p:cNvPr id="553" name="Google Shape;553;p32">
              <a:extLst>
                <a:ext uri="{FF2B5EF4-FFF2-40B4-BE49-F238E27FC236}">
                  <a16:creationId xmlns:a16="http://schemas.microsoft.com/office/drawing/2014/main" id="{623A81B1-EFCA-4D2C-11BC-D773696EE11F}"/>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a:extLst>
                <a:ext uri="{FF2B5EF4-FFF2-40B4-BE49-F238E27FC236}">
                  <a16:creationId xmlns:a16="http://schemas.microsoft.com/office/drawing/2014/main" id="{A33F8F41-5908-ABFC-5059-83CF6EB2B1BC}"/>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a:extLst>
              <a:ext uri="{FF2B5EF4-FFF2-40B4-BE49-F238E27FC236}">
                <a16:creationId xmlns:a16="http://schemas.microsoft.com/office/drawing/2014/main" id="{12124574-62CA-C886-84B5-FA8DE19A85B2}"/>
              </a:ext>
            </a:extLst>
          </p:cNvPr>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a:extLst>
              <a:ext uri="{FF2B5EF4-FFF2-40B4-BE49-F238E27FC236}">
                <a16:creationId xmlns:a16="http://schemas.microsoft.com/office/drawing/2014/main" id="{0E374499-4C3C-12A7-960C-A6C06BC83D3C}"/>
              </a:ext>
            </a:extLst>
          </p:cNvPr>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a:extLst>
              <a:ext uri="{FF2B5EF4-FFF2-40B4-BE49-F238E27FC236}">
                <a16:creationId xmlns:a16="http://schemas.microsoft.com/office/drawing/2014/main" id="{4E075CB1-1D34-BA90-8CE2-6424ECF14C04}"/>
              </a:ext>
            </a:extLst>
          </p:cNvPr>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a:extLst>
              <a:ext uri="{FF2B5EF4-FFF2-40B4-BE49-F238E27FC236}">
                <a16:creationId xmlns:a16="http://schemas.microsoft.com/office/drawing/2014/main" id="{54FCC2F5-EC11-D5ED-BA2A-4BFFA2CEEE5E}"/>
              </a:ext>
            </a:extLst>
          </p:cNvPr>
          <p:cNvGrpSpPr/>
          <p:nvPr/>
        </p:nvGrpSpPr>
        <p:grpSpPr>
          <a:xfrm>
            <a:off x="463700" y="3419800"/>
            <a:ext cx="502800" cy="502800"/>
            <a:chOff x="1627550" y="2017350"/>
            <a:chExt cx="502800" cy="502800"/>
          </a:xfrm>
        </p:grpSpPr>
        <p:sp>
          <p:nvSpPr>
            <p:cNvPr id="559" name="Google Shape;559;p32">
              <a:extLst>
                <a:ext uri="{FF2B5EF4-FFF2-40B4-BE49-F238E27FC236}">
                  <a16:creationId xmlns:a16="http://schemas.microsoft.com/office/drawing/2014/main" id="{BAAB5A72-8072-AC4A-33AD-1CC650ED0D4F}"/>
                </a:ext>
              </a:extLst>
            </p:cNvPr>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a:extLst>
                <a:ext uri="{FF2B5EF4-FFF2-40B4-BE49-F238E27FC236}">
                  <a16:creationId xmlns:a16="http://schemas.microsoft.com/office/drawing/2014/main" id="{66AFFD83-CD03-C76D-FB11-3ECEFCE7F4B1}"/>
                </a:ext>
              </a:extLst>
            </p:cNvPr>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8491145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8">
          <a:extLst>
            <a:ext uri="{FF2B5EF4-FFF2-40B4-BE49-F238E27FC236}">
              <a16:creationId xmlns:a16="http://schemas.microsoft.com/office/drawing/2014/main" id="{4D3032B0-9898-77B8-F89A-95663EECC3CA}"/>
            </a:ext>
          </a:extLst>
        </p:cNvPr>
        <p:cNvGrpSpPr/>
        <p:nvPr/>
      </p:nvGrpSpPr>
      <p:grpSpPr>
        <a:xfrm>
          <a:off x="0" y="0"/>
          <a:ext cx="0" cy="0"/>
          <a:chOff x="0" y="0"/>
          <a:chExt cx="0" cy="0"/>
        </a:xfrm>
      </p:grpSpPr>
      <p:pic>
        <p:nvPicPr>
          <p:cNvPr id="5" name="Picture 4" descr="A screenshot of a phone&#10;&#10;AI-generated content may be incorrect.">
            <a:extLst>
              <a:ext uri="{FF2B5EF4-FFF2-40B4-BE49-F238E27FC236}">
                <a16:creationId xmlns:a16="http://schemas.microsoft.com/office/drawing/2014/main" id="{193BA1BB-5E0C-2A67-DFBB-9D23B0C90ADE}"/>
              </a:ext>
            </a:extLst>
          </p:cNvPr>
          <p:cNvPicPr>
            <a:picLocks noChangeAspect="1"/>
          </p:cNvPicPr>
          <p:nvPr/>
        </p:nvPicPr>
        <p:blipFill>
          <a:blip r:embed="rId3"/>
          <a:stretch>
            <a:fillRect/>
          </a:stretch>
        </p:blipFill>
        <p:spPr>
          <a:xfrm>
            <a:off x="560684" y="1109785"/>
            <a:ext cx="1663221" cy="3275622"/>
          </a:xfrm>
          <a:prstGeom prst="rect">
            <a:avLst/>
          </a:prstGeom>
        </p:spPr>
      </p:pic>
      <p:pic>
        <p:nvPicPr>
          <p:cNvPr id="7" name="Picture 6" descr="A screenshot of a chat&#10;&#10;AI-generated content may be incorrect.">
            <a:extLst>
              <a:ext uri="{FF2B5EF4-FFF2-40B4-BE49-F238E27FC236}">
                <a16:creationId xmlns:a16="http://schemas.microsoft.com/office/drawing/2014/main" id="{18758E30-8B84-7276-B141-B1850A9A3A6F}"/>
              </a:ext>
            </a:extLst>
          </p:cNvPr>
          <p:cNvPicPr>
            <a:picLocks noChangeAspect="1"/>
          </p:cNvPicPr>
          <p:nvPr/>
        </p:nvPicPr>
        <p:blipFill>
          <a:blip r:embed="rId4"/>
          <a:stretch>
            <a:fillRect/>
          </a:stretch>
        </p:blipFill>
        <p:spPr>
          <a:xfrm>
            <a:off x="3302813" y="1109785"/>
            <a:ext cx="1671868" cy="3275622"/>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B737FD5A-DBDE-F8B5-23FE-6BE8258EC739}"/>
              </a:ext>
            </a:extLst>
          </p:cNvPr>
          <p:cNvPicPr>
            <a:picLocks noChangeAspect="1"/>
          </p:cNvPicPr>
          <p:nvPr/>
        </p:nvPicPr>
        <p:blipFill>
          <a:blip r:embed="rId5"/>
          <a:stretch>
            <a:fillRect/>
          </a:stretch>
        </p:blipFill>
        <p:spPr>
          <a:xfrm>
            <a:off x="6426157" y="1109785"/>
            <a:ext cx="1693475" cy="3275622"/>
          </a:xfrm>
          <a:prstGeom prst="rect">
            <a:avLst/>
          </a:prstGeom>
        </p:spPr>
      </p:pic>
      <p:sp>
        <p:nvSpPr>
          <p:cNvPr id="10" name="TextBox 9">
            <a:extLst>
              <a:ext uri="{FF2B5EF4-FFF2-40B4-BE49-F238E27FC236}">
                <a16:creationId xmlns:a16="http://schemas.microsoft.com/office/drawing/2014/main" id="{B23F5FBB-F224-AF61-98DE-225477D8E7EF}"/>
              </a:ext>
            </a:extLst>
          </p:cNvPr>
          <p:cNvSpPr txBox="1"/>
          <p:nvPr/>
        </p:nvSpPr>
        <p:spPr>
          <a:xfrm>
            <a:off x="3520440" y="312420"/>
            <a:ext cx="2060179" cy="307777"/>
          </a:xfrm>
          <a:prstGeom prst="rect">
            <a:avLst/>
          </a:prstGeom>
          <a:noFill/>
        </p:spPr>
        <p:txBody>
          <a:bodyPr wrap="none" rtlCol="0">
            <a:spAutoFit/>
          </a:bodyPr>
          <a:lstStyle/>
          <a:p>
            <a:r>
              <a:rPr lang="vi-VN" b="1" dirty="0"/>
              <a:t>Giao diện người dùng</a:t>
            </a:r>
          </a:p>
        </p:txBody>
      </p:sp>
    </p:spTree>
    <p:extLst>
      <p:ext uri="{BB962C8B-B14F-4D97-AF65-F5344CB8AC3E}">
        <p14:creationId xmlns:p14="http://schemas.microsoft.com/office/powerpoint/2010/main" val="24847918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8">
          <a:extLst>
            <a:ext uri="{FF2B5EF4-FFF2-40B4-BE49-F238E27FC236}">
              <a16:creationId xmlns:a16="http://schemas.microsoft.com/office/drawing/2014/main" id="{1035451C-ACFC-9A1E-B638-952C8E0EC3CE}"/>
            </a:ext>
          </a:extLst>
        </p:cNvPr>
        <p:cNvGrpSpPr/>
        <p:nvPr/>
      </p:nvGrpSpPr>
      <p:grpSpPr>
        <a:xfrm>
          <a:off x="0" y="0"/>
          <a:ext cx="0" cy="0"/>
          <a:chOff x="0" y="0"/>
          <a:chExt cx="0" cy="0"/>
        </a:xfrm>
      </p:grpSpPr>
      <p:pic>
        <p:nvPicPr>
          <p:cNvPr id="3" name="Picture 2" descr="A screenshot of a phone&#10;&#10;AI-generated content may be incorrect.">
            <a:extLst>
              <a:ext uri="{FF2B5EF4-FFF2-40B4-BE49-F238E27FC236}">
                <a16:creationId xmlns:a16="http://schemas.microsoft.com/office/drawing/2014/main" id="{1091FBF0-B953-F057-6CA7-45BA46C64796}"/>
              </a:ext>
            </a:extLst>
          </p:cNvPr>
          <p:cNvPicPr>
            <a:picLocks noChangeAspect="1"/>
          </p:cNvPicPr>
          <p:nvPr/>
        </p:nvPicPr>
        <p:blipFill>
          <a:blip r:embed="rId3"/>
          <a:stretch>
            <a:fillRect/>
          </a:stretch>
        </p:blipFill>
        <p:spPr>
          <a:xfrm>
            <a:off x="494776" y="821562"/>
            <a:ext cx="1989344" cy="3857117"/>
          </a:xfrm>
          <a:prstGeom prst="rect">
            <a:avLst/>
          </a:prstGeom>
        </p:spPr>
      </p:pic>
      <p:pic>
        <p:nvPicPr>
          <p:cNvPr id="5" name="Picture 4" descr="A screenshot of a cell phone&#10;&#10;AI-generated content may be incorrect.">
            <a:extLst>
              <a:ext uri="{FF2B5EF4-FFF2-40B4-BE49-F238E27FC236}">
                <a16:creationId xmlns:a16="http://schemas.microsoft.com/office/drawing/2014/main" id="{B0313AB6-2FEB-2B09-B229-E6697E812270}"/>
              </a:ext>
            </a:extLst>
          </p:cNvPr>
          <p:cNvPicPr>
            <a:picLocks noChangeAspect="1"/>
          </p:cNvPicPr>
          <p:nvPr/>
        </p:nvPicPr>
        <p:blipFill>
          <a:blip r:embed="rId4"/>
          <a:stretch>
            <a:fillRect/>
          </a:stretch>
        </p:blipFill>
        <p:spPr>
          <a:xfrm>
            <a:off x="3175047" y="821562"/>
            <a:ext cx="1989345" cy="3941850"/>
          </a:xfrm>
          <a:prstGeom prst="rect">
            <a:avLst/>
          </a:prstGeom>
        </p:spPr>
      </p:pic>
      <p:pic>
        <p:nvPicPr>
          <p:cNvPr id="7" name="Picture 6" descr="A bug on a leaf&#10;&#10;AI-generated content may be incorrect.">
            <a:extLst>
              <a:ext uri="{FF2B5EF4-FFF2-40B4-BE49-F238E27FC236}">
                <a16:creationId xmlns:a16="http://schemas.microsoft.com/office/drawing/2014/main" id="{5C981BF2-16C0-D5C3-175D-7A4DF3F2CF31}"/>
              </a:ext>
            </a:extLst>
          </p:cNvPr>
          <p:cNvPicPr>
            <a:picLocks noChangeAspect="1"/>
          </p:cNvPicPr>
          <p:nvPr/>
        </p:nvPicPr>
        <p:blipFill>
          <a:blip r:embed="rId5"/>
          <a:stretch>
            <a:fillRect/>
          </a:stretch>
        </p:blipFill>
        <p:spPr>
          <a:xfrm>
            <a:off x="6095476" y="821562"/>
            <a:ext cx="2038888" cy="3941850"/>
          </a:xfrm>
          <a:prstGeom prst="rect">
            <a:avLst/>
          </a:prstGeom>
        </p:spPr>
      </p:pic>
      <p:sp>
        <p:nvSpPr>
          <p:cNvPr id="9" name="TextBox 8">
            <a:extLst>
              <a:ext uri="{FF2B5EF4-FFF2-40B4-BE49-F238E27FC236}">
                <a16:creationId xmlns:a16="http://schemas.microsoft.com/office/drawing/2014/main" id="{80FE9060-7217-8DCF-AA1C-0F889389A136}"/>
              </a:ext>
            </a:extLst>
          </p:cNvPr>
          <p:cNvSpPr txBox="1"/>
          <p:nvPr/>
        </p:nvSpPr>
        <p:spPr>
          <a:xfrm>
            <a:off x="2484120" y="310932"/>
            <a:ext cx="4663440" cy="307777"/>
          </a:xfrm>
          <a:prstGeom prst="rect">
            <a:avLst/>
          </a:prstGeom>
          <a:noFill/>
        </p:spPr>
        <p:txBody>
          <a:bodyPr wrap="square">
            <a:spAutoFit/>
          </a:bodyPr>
          <a:lstStyle/>
          <a:p>
            <a:r>
              <a:rPr lang="vi-VN" b="1" dirty="0">
                <a:cs typeface="Angsana New" panose="02020603050405020304" pitchFamily="18" charset="-34"/>
              </a:rPr>
              <a:t>Giao diện trang chủ (danh mục-thông tin loại sâu) </a:t>
            </a:r>
          </a:p>
        </p:txBody>
      </p:sp>
    </p:spTree>
    <p:extLst>
      <p:ext uri="{BB962C8B-B14F-4D97-AF65-F5344CB8AC3E}">
        <p14:creationId xmlns:p14="http://schemas.microsoft.com/office/powerpoint/2010/main" val="144649792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2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8">
          <a:extLst>
            <a:ext uri="{FF2B5EF4-FFF2-40B4-BE49-F238E27FC236}">
              <a16:creationId xmlns:a16="http://schemas.microsoft.com/office/drawing/2014/main" id="{2289A758-B621-8CB5-2C89-C9E1527A2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7D351E-5666-E2E7-BBD4-27B0F4B5E236}"/>
              </a:ext>
            </a:extLst>
          </p:cNvPr>
          <p:cNvSpPr txBox="1"/>
          <p:nvPr/>
        </p:nvSpPr>
        <p:spPr>
          <a:xfrm>
            <a:off x="2240280" y="352842"/>
            <a:ext cx="4663440" cy="307777"/>
          </a:xfrm>
          <a:prstGeom prst="rect">
            <a:avLst/>
          </a:prstGeom>
          <a:noFill/>
        </p:spPr>
        <p:txBody>
          <a:bodyPr wrap="square">
            <a:spAutoFit/>
          </a:bodyPr>
          <a:lstStyle/>
          <a:p>
            <a:r>
              <a:rPr lang="vi-VN" b="1" dirty="0">
                <a:cs typeface="Angsana New" panose="02020603050405020304" pitchFamily="18" charset="-34"/>
              </a:rPr>
              <a:t>Giao diện Quét AI (Phân tích sâu theo ảnh) </a:t>
            </a:r>
          </a:p>
        </p:txBody>
      </p:sp>
      <p:pic>
        <p:nvPicPr>
          <p:cNvPr id="5" name="Picture 4" descr="A screenshot of a chat&#10;&#10;AI-generated content may be incorrect.">
            <a:extLst>
              <a:ext uri="{FF2B5EF4-FFF2-40B4-BE49-F238E27FC236}">
                <a16:creationId xmlns:a16="http://schemas.microsoft.com/office/drawing/2014/main" id="{93D830BD-AF4F-92BE-8628-4609FD7CBD9E}"/>
              </a:ext>
            </a:extLst>
          </p:cNvPr>
          <p:cNvPicPr>
            <a:picLocks noChangeAspect="1"/>
          </p:cNvPicPr>
          <p:nvPr/>
        </p:nvPicPr>
        <p:blipFill>
          <a:blip r:embed="rId3"/>
          <a:stretch>
            <a:fillRect/>
          </a:stretch>
        </p:blipFill>
        <p:spPr>
          <a:xfrm>
            <a:off x="614921" y="838200"/>
            <a:ext cx="1964545" cy="3848100"/>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B40825B9-F3E3-D2FA-29AD-7E2790BBD969}"/>
              </a:ext>
            </a:extLst>
          </p:cNvPr>
          <p:cNvPicPr>
            <a:picLocks noChangeAspect="1"/>
          </p:cNvPicPr>
          <p:nvPr/>
        </p:nvPicPr>
        <p:blipFill>
          <a:blip r:embed="rId4"/>
          <a:stretch>
            <a:fillRect/>
          </a:stretch>
        </p:blipFill>
        <p:spPr>
          <a:xfrm>
            <a:off x="3534621" y="899161"/>
            <a:ext cx="1937606" cy="3787139"/>
          </a:xfrm>
          <a:prstGeom prst="rect">
            <a:avLst/>
          </a:prstGeom>
        </p:spPr>
      </p:pic>
      <p:pic>
        <p:nvPicPr>
          <p:cNvPr id="9" name="Picture 8" descr="A screenshot of a cellphone&#10;&#10;AI-generated content may be incorrect.">
            <a:extLst>
              <a:ext uri="{FF2B5EF4-FFF2-40B4-BE49-F238E27FC236}">
                <a16:creationId xmlns:a16="http://schemas.microsoft.com/office/drawing/2014/main" id="{F37CABE4-AC43-AA53-1DBF-12A5E6ACFD34}"/>
              </a:ext>
            </a:extLst>
          </p:cNvPr>
          <p:cNvPicPr>
            <a:picLocks noChangeAspect="1"/>
          </p:cNvPicPr>
          <p:nvPr/>
        </p:nvPicPr>
        <p:blipFill>
          <a:blip r:embed="rId5"/>
          <a:stretch>
            <a:fillRect/>
          </a:stretch>
        </p:blipFill>
        <p:spPr>
          <a:xfrm>
            <a:off x="6318532" y="899161"/>
            <a:ext cx="1917897" cy="3787139"/>
          </a:xfrm>
          <a:prstGeom prst="rect">
            <a:avLst/>
          </a:prstGeom>
        </p:spPr>
      </p:pic>
    </p:spTree>
    <p:extLst>
      <p:ext uri="{BB962C8B-B14F-4D97-AF65-F5344CB8AC3E}">
        <p14:creationId xmlns:p14="http://schemas.microsoft.com/office/powerpoint/2010/main" val="6572015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8">
          <a:extLst>
            <a:ext uri="{FF2B5EF4-FFF2-40B4-BE49-F238E27FC236}">
              <a16:creationId xmlns:a16="http://schemas.microsoft.com/office/drawing/2014/main" id="{C7C95F20-D4C9-0636-887E-BFC24C28ED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3478F4-F2C3-727A-1EDC-E97D9F9F4D41}"/>
              </a:ext>
            </a:extLst>
          </p:cNvPr>
          <p:cNvSpPr txBox="1"/>
          <p:nvPr/>
        </p:nvSpPr>
        <p:spPr>
          <a:xfrm>
            <a:off x="2468880" y="314742"/>
            <a:ext cx="4663440" cy="307777"/>
          </a:xfrm>
          <a:prstGeom prst="rect">
            <a:avLst/>
          </a:prstGeom>
          <a:noFill/>
        </p:spPr>
        <p:txBody>
          <a:bodyPr wrap="square">
            <a:spAutoFit/>
          </a:bodyPr>
          <a:lstStyle/>
          <a:p>
            <a:r>
              <a:rPr lang="vi-VN" b="1" dirty="0">
                <a:cs typeface="Angsana New" panose="02020603050405020304" pitchFamily="18" charset="-34"/>
              </a:rPr>
              <a:t>Giao diện tư vấn (thông tin sâu và tư vấn thuốc) </a:t>
            </a:r>
          </a:p>
        </p:txBody>
      </p:sp>
      <p:pic>
        <p:nvPicPr>
          <p:cNvPr id="5" name="Picture 4" descr="A white surface with a black and white background&#10;&#10;AI-generated content may be incorrect.">
            <a:extLst>
              <a:ext uri="{FF2B5EF4-FFF2-40B4-BE49-F238E27FC236}">
                <a16:creationId xmlns:a16="http://schemas.microsoft.com/office/drawing/2014/main" id="{05B3542C-2BCC-3EB1-F692-90D55668B09E}"/>
              </a:ext>
            </a:extLst>
          </p:cNvPr>
          <p:cNvPicPr>
            <a:picLocks noChangeAspect="1"/>
          </p:cNvPicPr>
          <p:nvPr/>
        </p:nvPicPr>
        <p:blipFill>
          <a:blip r:embed="rId3"/>
          <a:stretch>
            <a:fillRect/>
          </a:stretch>
        </p:blipFill>
        <p:spPr>
          <a:xfrm>
            <a:off x="634219" y="940680"/>
            <a:ext cx="1834661" cy="3577590"/>
          </a:xfrm>
          <a:prstGeom prst="rect">
            <a:avLst/>
          </a:prstGeom>
        </p:spPr>
      </p:pic>
      <p:pic>
        <p:nvPicPr>
          <p:cNvPr id="7" name="Picture 6" descr="A screenshot of a chat&#10;&#10;AI-generated content may be incorrect.">
            <a:extLst>
              <a:ext uri="{FF2B5EF4-FFF2-40B4-BE49-F238E27FC236}">
                <a16:creationId xmlns:a16="http://schemas.microsoft.com/office/drawing/2014/main" id="{D9A312E0-19A6-3E5B-AA7A-80D1AAD9954C}"/>
              </a:ext>
            </a:extLst>
          </p:cNvPr>
          <p:cNvPicPr>
            <a:picLocks noChangeAspect="1"/>
          </p:cNvPicPr>
          <p:nvPr/>
        </p:nvPicPr>
        <p:blipFill>
          <a:blip r:embed="rId4"/>
          <a:stretch>
            <a:fillRect/>
          </a:stretch>
        </p:blipFill>
        <p:spPr>
          <a:xfrm>
            <a:off x="3240647" y="1012092"/>
            <a:ext cx="1834661" cy="3586082"/>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2131C0FA-7525-0DAB-67F3-9DFC614D1BC0}"/>
              </a:ext>
            </a:extLst>
          </p:cNvPr>
          <p:cNvPicPr>
            <a:picLocks noChangeAspect="1"/>
          </p:cNvPicPr>
          <p:nvPr/>
        </p:nvPicPr>
        <p:blipFill>
          <a:blip r:embed="rId5"/>
          <a:stretch>
            <a:fillRect/>
          </a:stretch>
        </p:blipFill>
        <p:spPr>
          <a:xfrm>
            <a:off x="6386540" y="1012092"/>
            <a:ext cx="1834661" cy="3611565"/>
          </a:xfrm>
          <a:prstGeom prst="rect">
            <a:avLst/>
          </a:prstGeom>
        </p:spPr>
      </p:pic>
    </p:spTree>
    <p:extLst>
      <p:ext uri="{BB962C8B-B14F-4D97-AF65-F5344CB8AC3E}">
        <p14:creationId xmlns:p14="http://schemas.microsoft.com/office/powerpoint/2010/main" val="9811102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8">
          <a:extLst>
            <a:ext uri="{FF2B5EF4-FFF2-40B4-BE49-F238E27FC236}">
              <a16:creationId xmlns:a16="http://schemas.microsoft.com/office/drawing/2014/main" id="{AD95FC5E-0759-07D6-8660-5C2BF80FF0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18B382-B73A-88C5-3B7D-2BB78FE827D0}"/>
              </a:ext>
            </a:extLst>
          </p:cNvPr>
          <p:cNvSpPr txBox="1"/>
          <p:nvPr/>
        </p:nvSpPr>
        <p:spPr>
          <a:xfrm>
            <a:off x="2450124" y="318942"/>
            <a:ext cx="4665784" cy="307777"/>
          </a:xfrm>
          <a:prstGeom prst="rect">
            <a:avLst/>
          </a:prstGeom>
          <a:noFill/>
        </p:spPr>
        <p:txBody>
          <a:bodyPr wrap="square">
            <a:spAutoFit/>
          </a:bodyPr>
          <a:lstStyle/>
          <a:p>
            <a:r>
              <a:rPr lang="vi-VN" b="1" dirty="0">
                <a:cs typeface="Angsana New" panose="02020603050405020304" pitchFamily="18" charset="-34"/>
              </a:rPr>
              <a:t>Giao diện Quản trị (Thêm &amp; gán loại sâu – thuốc) </a:t>
            </a:r>
          </a:p>
        </p:txBody>
      </p:sp>
      <p:pic>
        <p:nvPicPr>
          <p:cNvPr id="5" name="Picture 4" descr="A white background with black dots&#10;&#10;AI-generated content may be incorrect.">
            <a:extLst>
              <a:ext uri="{FF2B5EF4-FFF2-40B4-BE49-F238E27FC236}">
                <a16:creationId xmlns:a16="http://schemas.microsoft.com/office/drawing/2014/main" id="{4F977D5E-B1DF-9DFE-EBC5-5D6F25ADD87C}"/>
              </a:ext>
            </a:extLst>
          </p:cNvPr>
          <p:cNvPicPr>
            <a:picLocks noChangeAspect="1"/>
          </p:cNvPicPr>
          <p:nvPr/>
        </p:nvPicPr>
        <p:blipFill>
          <a:blip r:embed="rId3"/>
          <a:stretch>
            <a:fillRect/>
          </a:stretch>
        </p:blipFill>
        <p:spPr>
          <a:xfrm>
            <a:off x="3520388" y="859692"/>
            <a:ext cx="1958433" cy="3846146"/>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E781A184-DBF0-214C-A96C-2636A0D62A43}"/>
              </a:ext>
            </a:extLst>
          </p:cNvPr>
          <p:cNvPicPr>
            <a:picLocks noChangeAspect="1"/>
          </p:cNvPicPr>
          <p:nvPr/>
        </p:nvPicPr>
        <p:blipFill>
          <a:blip r:embed="rId4"/>
          <a:stretch>
            <a:fillRect/>
          </a:stretch>
        </p:blipFill>
        <p:spPr>
          <a:xfrm>
            <a:off x="543535" y="827454"/>
            <a:ext cx="1982850" cy="3910622"/>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E781D0C0-046F-C80B-4E0F-1D52055B5B90}"/>
              </a:ext>
            </a:extLst>
          </p:cNvPr>
          <p:cNvPicPr>
            <a:picLocks noChangeAspect="1"/>
          </p:cNvPicPr>
          <p:nvPr/>
        </p:nvPicPr>
        <p:blipFill>
          <a:blip r:embed="rId5"/>
          <a:stretch>
            <a:fillRect/>
          </a:stretch>
        </p:blipFill>
        <p:spPr>
          <a:xfrm>
            <a:off x="3351392" y="795215"/>
            <a:ext cx="1993144" cy="3910623"/>
          </a:xfrm>
          <a:prstGeom prst="rect">
            <a:avLst/>
          </a:prstGeom>
        </p:spPr>
      </p:pic>
      <p:pic>
        <p:nvPicPr>
          <p:cNvPr id="11" name="Picture 10" descr="A screenshot of a phone&#10;&#10;AI-generated content may be incorrect.">
            <a:extLst>
              <a:ext uri="{FF2B5EF4-FFF2-40B4-BE49-F238E27FC236}">
                <a16:creationId xmlns:a16="http://schemas.microsoft.com/office/drawing/2014/main" id="{96E057E2-0E12-52B7-B0CE-BB5A519F0BD4}"/>
              </a:ext>
            </a:extLst>
          </p:cNvPr>
          <p:cNvPicPr>
            <a:picLocks noChangeAspect="1"/>
          </p:cNvPicPr>
          <p:nvPr/>
        </p:nvPicPr>
        <p:blipFill>
          <a:blip r:embed="rId6"/>
          <a:stretch>
            <a:fillRect/>
          </a:stretch>
        </p:blipFill>
        <p:spPr>
          <a:xfrm>
            <a:off x="6295469" y="827453"/>
            <a:ext cx="1990326" cy="3910623"/>
          </a:xfrm>
          <a:prstGeom prst="rect">
            <a:avLst/>
          </a:prstGeom>
        </p:spPr>
      </p:pic>
    </p:spTree>
    <p:extLst>
      <p:ext uri="{BB962C8B-B14F-4D97-AF65-F5344CB8AC3E}">
        <p14:creationId xmlns:p14="http://schemas.microsoft.com/office/powerpoint/2010/main" val="391826600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2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4">
          <a:extLst>
            <a:ext uri="{FF2B5EF4-FFF2-40B4-BE49-F238E27FC236}">
              <a16:creationId xmlns:a16="http://schemas.microsoft.com/office/drawing/2014/main" id="{9949936B-2813-A888-EE4C-D9C23393E819}"/>
            </a:ext>
          </a:extLst>
        </p:cNvPr>
        <p:cNvGrpSpPr/>
        <p:nvPr/>
      </p:nvGrpSpPr>
      <p:grpSpPr>
        <a:xfrm>
          <a:off x="0" y="0"/>
          <a:ext cx="0" cy="0"/>
          <a:chOff x="0" y="0"/>
          <a:chExt cx="0" cy="0"/>
        </a:xfrm>
      </p:grpSpPr>
      <p:grpSp>
        <p:nvGrpSpPr>
          <p:cNvPr id="515" name="Google Shape;515;p32">
            <a:extLst>
              <a:ext uri="{FF2B5EF4-FFF2-40B4-BE49-F238E27FC236}">
                <a16:creationId xmlns:a16="http://schemas.microsoft.com/office/drawing/2014/main" id="{64080FB8-DA7A-DA30-3B64-CEB4B86B1C0D}"/>
              </a:ext>
            </a:extLst>
          </p:cNvPr>
          <p:cNvGrpSpPr/>
          <p:nvPr/>
        </p:nvGrpSpPr>
        <p:grpSpPr>
          <a:xfrm>
            <a:off x="5022725" y="1426150"/>
            <a:ext cx="3657590" cy="348347"/>
            <a:chOff x="4572050" y="100025"/>
            <a:chExt cx="3657590" cy="348347"/>
          </a:xfrm>
        </p:grpSpPr>
        <p:sp>
          <p:nvSpPr>
            <p:cNvPr id="516" name="Google Shape;516;p32">
              <a:extLst>
                <a:ext uri="{FF2B5EF4-FFF2-40B4-BE49-F238E27FC236}">
                  <a16:creationId xmlns:a16="http://schemas.microsoft.com/office/drawing/2014/main" id="{7AB5367C-DE70-4917-4C15-0172F615C925}"/>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a:extLst>
                <a:ext uri="{FF2B5EF4-FFF2-40B4-BE49-F238E27FC236}">
                  <a16:creationId xmlns:a16="http://schemas.microsoft.com/office/drawing/2014/main" id="{2B9A370C-0B0A-D3C7-FA1D-F1DCA12F6A6F}"/>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a:extLst>
                <a:ext uri="{FF2B5EF4-FFF2-40B4-BE49-F238E27FC236}">
                  <a16:creationId xmlns:a16="http://schemas.microsoft.com/office/drawing/2014/main" id="{462DAFE4-D0C7-ED0C-5D8D-1CBAAF19EBA7}"/>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a:extLst>
                <a:ext uri="{FF2B5EF4-FFF2-40B4-BE49-F238E27FC236}">
                  <a16:creationId xmlns:a16="http://schemas.microsoft.com/office/drawing/2014/main" id="{76441C42-A11D-0F58-0509-0E1FAD9D23D7}"/>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a:extLst>
                <a:ext uri="{FF2B5EF4-FFF2-40B4-BE49-F238E27FC236}">
                  <a16:creationId xmlns:a16="http://schemas.microsoft.com/office/drawing/2014/main" id="{37D1B131-F0DD-487C-CE15-44F5AD1BC6C1}"/>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a:extLst>
                <a:ext uri="{FF2B5EF4-FFF2-40B4-BE49-F238E27FC236}">
                  <a16:creationId xmlns:a16="http://schemas.microsoft.com/office/drawing/2014/main" id="{E6A4753E-B2EB-43DC-F103-0DAF2833EEAF}"/>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a:extLst>
                <a:ext uri="{FF2B5EF4-FFF2-40B4-BE49-F238E27FC236}">
                  <a16:creationId xmlns:a16="http://schemas.microsoft.com/office/drawing/2014/main" id="{80E2AE62-2B37-6E86-CA2A-E9653283524F}"/>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a:extLst>
                <a:ext uri="{FF2B5EF4-FFF2-40B4-BE49-F238E27FC236}">
                  <a16:creationId xmlns:a16="http://schemas.microsoft.com/office/drawing/2014/main" id="{6DCCA0AE-7EC0-FA14-0764-AC620197A346}"/>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a:extLst>
                <a:ext uri="{FF2B5EF4-FFF2-40B4-BE49-F238E27FC236}">
                  <a16:creationId xmlns:a16="http://schemas.microsoft.com/office/drawing/2014/main" id="{49338CC9-0B8E-EB30-5777-94AB50D94FF0}"/>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a:extLst>
                <a:ext uri="{FF2B5EF4-FFF2-40B4-BE49-F238E27FC236}">
                  <a16:creationId xmlns:a16="http://schemas.microsoft.com/office/drawing/2014/main" id="{3799682E-416C-22DE-775B-EE00A2AB7B90}"/>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a:extLst>
                <a:ext uri="{FF2B5EF4-FFF2-40B4-BE49-F238E27FC236}">
                  <a16:creationId xmlns:a16="http://schemas.microsoft.com/office/drawing/2014/main" id="{137D18E5-720C-8C3A-2560-00982A1325D1}"/>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a:extLst>
                <a:ext uri="{FF2B5EF4-FFF2-40B4-BE49-F238E27FC236}">
                  <a16:creationId xmlns:a16="http://schemas.microsoft.com/office/drawing/2014/main" id="{1E824559-B9A8-F960-5808-02964F8D3F84}"/>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a:extLst>
              <a:ext uri="{FF2B5EF4-FFF2-40B4-BE49-F238E27FC236}">
                <a16:creationId xmlns:a16="http://schemas.microsoft.com/office/drawing/2014/main" id="{8275F0FA-8E51-0D36-125B-A8E4082DF57A}"/>
              </a:ext>
            </a:extLst>
          </p:cNvPr>
          <p:cNvGrpSpPr/>
          <p:nvPr/>
        </p:nvGrpSpPr>
        <p:grpSpPr>
          <a:xfrm rot="-5400000">
            <a:off x="7699250" y="1584200"/>
            <a:ext cx="603495" cy="1371596"/>
            <a:chOff x="3724575" y="3497700"/>
            <a:chExt cx="603495" cy="1371596"/>
          </a:xfrm>
        </p:grpSpPr>
        <p:sp>
          <p:nvSpPr>
            <p:cNvPr id="529" name="Google Shape;529;p32">
              <a:extLst>
                <a:ext uri="{FF2B5EF4-FFF2-40B4-BE49-F238E27FC236}">
                  <a16:creationId xmlns:a16="http://schemas.microsoft.com/office/drawing/2014/main" id="{12B90349-6818-50FA-1190-951A8CF1D791}"/>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a:extLst>
                <a:ext uri="{FF2B5EF4-FFF2-40B4-BE49-F238E27FC236}">
                  <a16:creationId xmlns:a16="http://schemas.microsoft.com/office/drawing/2014/main" id="{13E76366-1B79-123F-9053-228387697460}"/>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a:extLst>
                <a:ext uri="{FF2B5EF4-FFF2-40B4-BE49-F238E27FC236}">
                  <a16:creationId xmlns:a16="http://schemas.microsoft.com/office/drawing/2014/main" id="{8E8B2983-3D52-D1EC-D2A3-6EFD01A8E62E}"/>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a:extLst>
                <a:ext uri="{FF2B5EF4-FFF2-40B4-BE49-F238E27FC236}">
                  <a16:creationId xmlns:a16="http://schemas.microsoft.com/office/drawing/2014/main" id="{EB64E329-CA5B-56C4-EA94-E51BC6B72369}"/>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a:extLst>
                <a:ext uri="{FF2B5EF4-FFF2-40B4-BE49-F238E27FC236}">
                  <a16:creationId xmlns:a16="http://schemas.microsoft.com/office/drawing/2014/main" id="{7336FDB5-36BC-778D-57F0-043843715570}"/>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a:extLst>
                <a:ext uri="{FF2B5EF4-FFF2-40B4-BE49-F238E27FC236}">
                  <a16:creationId xmlns:a16="http://schemas.microsoft.com/office/drawing/2014/main" id="{DE9590ED-083D-08D6-4F26-1CFE86D03535}"/>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a:extLst>
              <a:ext uri="{FF2B5EF4-FFF2-40B4-BE49-F238E27FC236}">
                <a16:creationId xmlns:a16="http://schemas.microsoft.com/office/drawing/2014/main" id="{5BACC040-5B4F-B939-0A5D-E221D58B2D85}"/>
              </a:ext>
            </a:extLst>
          </p:cNvPr>
          <p:cNvGrpSpPr/>
          <p:nvPr/>
        </p:nvGrpSpPr>
        <p:grpSpPr>
          <a:xfrm>
            <a:off x="715100" y="274199"/>
            <a:ext cx="1920300" cy="1918875"/>
            <a:chOff x="715100" y="274199"/>
            <a:chExt cx="1920300" cy="1918875"/>
          </a:xfrm>
        </p:grpSpPr>
        <p:sp>
          <p:nvSpPr>
            <p:cNvPr id="536" name="Google Shape;536;p32">
              <a:extLst>
                <a:ext uri="{FF2B5EF4-FFF2-40B4-BE49-F238E27FC236}">
                  <a16:creationId xmlns:a16="http://schemas.microsoft.com/office/drawing/2014/main" id="{FF1A15FA-8F8F-7A13-C6D0-E1DD912731C8}"/>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a:extLst>
                <a:ext uri="{FF2B5EF4-FFF2-40B4-BE49-F238E27FC236}">
                  <a16:creationId xmlns:a16="http://schemas.microsoft.com/office/drawing/2014/main" id="{BE5980D1-8C54-AC61-2682-8C51E95F9ABF}"/>
                </a:ext>
              </a:extLst>
            </p:cNvPr>
            <p:cNvGrpSpPr/>
            <p:nvPr/>
          </p:nvGrpSpPr>
          <p:grpSpPr>
            <a:xfrm>
              <a:off x="715100" y="274199"/>
              <a:ext cx="1828800" cy="1828800"/>
              <a:chOff x="715100" y="274199"/>
              <a:chExt cx="1828800" cy="1828800"/>
            </a:xfrm>
          </p:grpSpPr>
          <p:sp>
            <p:nvSpPr>
              <p:cNvPr id="538" name="Google Shape;538;p32">
                <a:extLst>
                  <a:ext uri="{FF2B5EF4-FFF2-40B4-BE49-F238E27FC236}">
                    <a16:creationId xmlns:a16="http://schemas.microsoft.com/office/drawing/2014/main" id="{D9030339-572F-B8CD-88DB-DAA39610113B}"/>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a:extLst>
                  <a:ext uri="{FF2B5EF4-FFF2-40B4-BE49-F238E27FC236}">
                    <a16:creationId xmlns:a16="http://schemas.microsoft.com/office/drawing/2014/main" id="{B41DA6A4-3EC0-E7FE-912D-7C0F8507F2B5}"/>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a:extLst>
                  <a:ext uri="{FF2B5EF4-FFF2-40B4-BE49-F238E27FC236}">
                    <a16:creationId xmlns:a16="http://schemas.microsoft.com/office/drawing/2014/main" id="{CCD28E19-C68A-6D43-8256-C69C4BCE489F}"/>
                  </a:ext>
                </a:extLst>
              </p:cNvPr>
              <p:cNvGrpSpPr/>
              <p:nvPr/>
            </p:nvGrpSpPr>
            <p:grpSpPr>
              <a:xfrm>
                <a:off x="2267950" y="363963"/>
                <a:ext cx="183000" cy="183000"/>
                <a:chOff x="8225400" y="367488"/>
                <a:chExt cx="183000" cy="183000"/>
              </a:xfrm>
            </p:grpSpPr>
            <p:cxnSp>
              <p:nvCxnSpPr>
                <p:cNvPr id="541" name="Google Shape;541;p32">
                  <a:extLst>
                    <a:ext uri="{FF2B5EF4-FFF2-40B4-BE49-F238E27FC236}">
                      <a16:creationId xmlns:a16="http://schemas.microsoft.com/office/drawing/2014/main" id="{B7D3FAF8-10BE-1497-8E77-DBF3CA92C970}"/>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a:extLst>
                    <a:ext uri="{FF2B5EF4-FFF2-40B4-BE49-F238E27FC236}">
                      <a16:creationId xmlns:a16="http://schemas.microsoft.com/office/drawing/2014/main" id="{C9F321BB-0529-5A32-B404-3935508CB745}"/>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a:extLst>
                  <a:ext uri="{FF2B5EF4-FFF2-40B4-BE49-F238E27FC236}">
                    <a16:creationId xmlns:a16="http://schemas.microsoft.com/office/drawing/2014/main" id="{09CD9EFD-F30F-B68B-A977-0BD16348BBD6}"/>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a:extLst>
                  <a:ext uri="{FF2B5EF4-FFF2-40B4-BE49-F238E27FC236}">
                    <a16:creationId xmlns:a16="http://schemas.microsoft.com/office/drawing/2014/main" id="{DB62463F-0E21-EF7F-2571-1AF155A52FE2}"/>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a:extLst>
              <a:ext uri="{FF2B5EF4-FFF2-40B4-BE49-F238E27FC236}">
                <a16:creationId xmlns:a16="http://schemas.microsoft.com/office/drawing/2014/main" id="{B76B8498-DDBF-D662-54A5-93ED76080604}"/>
              </a:ext>
            </a:extLst>
          </p:cNvPr>
          <p:cNvSpPr txBox="1">
            <a:spLocks noGrp="1"/>
          </p:cNvSpPr>
          <p:nvPr>
            <p:ph type="title" idx="2"/>
          </p:nvPr>
        </p:nvSpPr>
        <p:spPr>
          <a:xfrm>
            <a:off x="856050" y="684600"/>
            <a:ext cx="15034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546" name="Google Shape;546;p32">
            <a:extLst>
              <a:ext uri="{FF2B5EF4-FFF2-40B4-BE49-F238E27FC236}">
                <a16:creationId xmlns:a16="http://schemas.microsoft.com/office/drawing/2014/main" id="{E0D0C87F-7A3E-2C81-02A7-0AFCFFA184CD}"/>
              </a:ext>
            </a:extLst>
          </p:cNvPr>
          <p:cNvSpPr txBox="1">
            <a:spLocks noGrp="1"/>
          </p:cNvSpPr>
          <p:nvPr>
            <p:ph type="title"/>
          </p:nvPr>
        </p:nvSpPr>
        <p:spPr>
          <a:xfrm>
            <a:off x="1814349" y="2505999"/>
            <a:ext cx="5486400" cy="914400"/>
          </a:xfrm>
          <a:prstGeom prst="rect">
            <a:avLst/>
          </a:prstGeom>
        </p:spPr>
        <p:txBody>
          <a:bodyPr spcFirstLastPara="1" wrap="square" lIns="91425" tIns="91425" rIns="91425" bIns="91425" anchor="t" anchorCtr="0">
            <a:noAutofit/>
          </a:bodyPr>
          <a:lstStyle/>
          <a:p>
            <a:pPr lvl="0"/>
            <a:r>
              <a:rPr lang="en-US" dirty="0"/>
              <a:t>Conclusion</a:t>
            </a:r>
            <a:endParaRPr dirty="0"/>
          </a:p>
        </p:txBody>
      </p:sp>
      <p:grpSp>
        <p:nvGrpSpPr>
          <p:cNvPr id="552" name="Google Shape;552;p32">
            <a:extLst>
              <a:ext uri="{FF2B5EF4-FFF2-40B4-BE49-F238E27FC236}">
                <a16:creationId xmlns:a16="http://schemas.microsoft.com/office/drawing/2014/main" id="{414F5869-0923-CE2D-19F1-08B46AF8F5C8}"/>
              </a:ext>
            </a:extLst>
          </p:cNvPr>
          <p:cNvGrpSpPr/>
          <p:nvPr/>
        </p:nvGrpSpPr>
        <p:grpSpPr>
          <a:xfrm>
            <a:off x="463651" y="4105603"/>
            <a:ext cx="502899" cy="502899"/>
            <a:chOff x="858700" y="1967475"/>
            <a:chExt cx="605100" cy="605100"/>
          </a:xfrm>
        </p:grpSpPr>
        <p:sp>
          <p:nvSpPr>
            <p:cNvPr id="553" name="Google Shape;553;p32">
              <a:extLst>
                <a:ext uri="{FF2B5EF4-FFF2-40B4-BE49-F238E27FC236}">
                  <a16:creationId xmlns:a16="http://schemas.microsoft.com/office/drawing/2014/main" id="{09CB04F6-7809-E759-2A0E-9B7AA2D2F596}"/>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a:extLst>
                <a:ext uri="{FF2B5EF4-FFF2-40B4-BE49-F238E27FC236}">
                  <a16:creationId xmlns:a16="http://schemas.microsoft.com/office/drawing/2014/main" id="{4758C25A-06C9-F278-B56D-2E088056967E}"/>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a:extLst>
              <a:ext uri="{FF2B5EF4-FFF2-40B4-BE49-F238E27FC236}">
                <a16:creationId xmlns:a16="http://schemas.microsoft.com/office/drawing/2014/main" id="{39DEBA25-D8A9-CEF9-1761-1FCE029CA700}"/>
              </a:ext>
            </a:extLst>
          </p:cNvPr>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a:extLst>
              <a:ext uri="{FF2B5EF4-FFF2-40B4-BE49-F238E27FC236}">
                <a16:creationId xmlns:a16="http://schemas.microsoft.com/office/drawing/2014/main" id="{65E0B345-6FA2-9F89-5107-8B6BACD58426}"/>
              </a:ext>
            </a:extLst>
          </p:cNvPr>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a:extLst>
              <a:ext uri="{FF2B5EF4-FFF2-40B4-BE49-F238E27FC236}">
                <a16:creationId xmlns:a16="http://schemas.microsoft.com/office/drawing/2014/main" id="{59596435-9E4A-500A-40DD-1892A2CE1ABC}"/>
              </a:ext>
            </a:extLst>
          </p:cNvPr>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a:extLst>
              <a:ext uri="{FF2B5EF4-FFF2-40B4-BE49-F238E27FC236}">
                <a16:creationId xmlns:a16="http://schemas.microsoft.com/office/drawing/2014/main" id="{3706055A-78F8-5CA7-6884-3E65CA3EFCEF}"/>
              </a:ext>
            </a:extLst>
          </p:cNvPr>
          <p:cNvGrpSpPr/>
          <p:nvPr/>
        </p:nvGrpSpPr>
        <p:grpSpPr>
          <a:xfrm>
            <a:off x="463700" y="3419800"/>
            <a:ext cx="502800" cy="502800"/>
            <a:chOff x="1627550" y="2017350"/>
            <a:chExt cx="502800" cy="502800"/>
          </a:xfrm>
        </p:grpSpPr>
        <p:sp>
          <p:nvSpPr>
            <p:cNvPr id="559" name="Google Shape;559;p32">
              <a:extLst>
                <a:ext uri="{FF2B5EF4-FFF2-40B4-BE49-F238E27FC236}">
                  <a16:creationId xmlns:a16="http://schemas.microsoft.com/office/drawing/2014/main" id="{B0237F8F-609A-905E-EE02-8AEF80E95ED8}"/>
                </a:ext>
              </a:extLst>
            </p:cNvPr>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a:extLst>
                <a:ext uri="{FF2B5EF4-FFF2-40B4-BE49-F238E27FC236}">
                  <a16:creationId xmlns:a16="http://schemas.microsoft.com/office/drawing/2014/main" id="{BA9A0DFD-0A7B-FBFE-BEF3-4BE9794441AB}"/>
                </a:ext>
              </a:extLst>
            </p:cNvPr>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4DB1309B-EC50-5246-5039-A364090A57B6}"/>
              </a:ext>
            </a:extLst>
          </p:cNvPr>
          <p:cNvPicPr>
            <a:picLocks noChangeAspect="1"/>
          </p:cNvPicPr>
          <p:nvPr/>
        </p:nvPicPr>
        <p:blipFill>
          <a:blip r:embed="rId3"/>
          <a:stretch>
            <a:fillRect/>
          </a:stretch>
        </p:blipFill>
        <p:spPr>
          <a:xfrm>
            <a:off x="0" y="11273"/>
            <a:ext cx="9144000" cy="5120954"/>
          </a:xfrm>
          <a:prstGeom prst="rect">
            <a:avLst/>
          </a:prstGeom>
        </p:spPr>
      </p:pic>
    </p:spTree>
    <p:extLst>
      <p:ext uri="{BB962C8B-B14F-4D97-AF65-F5344CB8AC3E}">
        <p14:creationId xmlns:p14="http://schemas.microsoft.com/office/powerpoint/2010/main" val="138178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5"/>
          <p:cNvSpPr txBox="1">
            <a:spLocks noGrp="1"/>
          </p:cNvSpPr>
          <p:nvPr>
            <p:ph type="title"/>
          </p:nvPr>
        </p:nvSpPr>
        <p:spPr>
          <a:xfrm>
            <a:off x="2096538" y="1243292"/>
            <a:ext cx="5486400" cy="573512"/>
          </a:xfrm>
          <a:prstGeom prst="rect">
            <a:avLst/>
          </a:prstGeom>
        </p:spPr>
        <p:txBody>
          <a:bodyPr spcFirstLastPara="1" wrap="square" lIns="91425" tIns="91425" rIns="91425" bIns="91425" anchor="ctr" anchorCtr="0">
            <a:noAutofit/>
          </a:bodyPr>
          <a:lstStyle/>
          <a:p>
            <a:pPr lvl="0"/>
            <a:r>
              <a:rPr lang="en-US" sz="3500" dirty="0"/>
              <a:t>Future Improvement</a:t>
            </a:r>
            <a:endParaRPr sz="3500" dirty="0"/>
          </a:p>
        </p:txBody>
      </p:sp>
      <p:grpSp>
        <p:nvGrpSpPr>
          <p:cNvPr id="984" name="Google Shape;984;p45"/>
          <p:cNvGrpSpPr/>
          <p:nvPr/>
        </p:nvGrpSpPr>
        <p:grpSpPr>
          <a:xfrm>
            <a:off x="463700" y="3419112"/>
            <a:ext cx="502800" cy="502800"/>
            <a:chOff x="7014301" y="2017350"/>
            <a:chExt cx="502800" cy="502800"/>
          </a:xfrm>
        </p:grpSpPr>
        <p:sp>
          <p:nvSpPr>
            <p:cNvPr id="985" name="Google Shape;985;p45"/>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987;p45"/>
          <p:cNvGrpSpPr/>
          <p:nvPr/>
        </p:nvGrpSpPr>
        <p:grpSpPr>
          <a:xfrm>
            <a:off x="274188" y="891658"/>
            <a:ext cx="1827475" cy="1051350"/>
            <a:chOff x="136938" y="1799258"/>
            <a:chExt cx="1827475" cy="1051350"/>
          </a:xfrm>
        </p:grpSpPr>
        <p:grpSp>
          <p:nvGrpSpPr>
            <p:cNvPr id="988" name="Google Shape;988;p45"/>
            <p:cNvGrpSpPr/>
            <p:nvPr/>
          </p:nvGrpSpPr>
          <p:grpSpPr>
            <a:xfrm>
              <a:off x="136938" y="1799258"/>
              <a:ext cx="1827475" cy="1051350"/>
              <a:chOff x="274188" y="1278048"/>
              <a:chExt cx="1827475" cy="1051350"/>
            </a:xfrm>
          </p:grpSpPr>
          <p:sp>
            <p:nvSpPr>
              <p:cNvPr id="989" name="Google Shape;989;p45"/>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0" name="Google Shape;990;p45"/>
              <p:cNvGrpSpPr/>
              <p:nvPr/>
            </p:nvGrpSpPr>
            <p:grpSpPr>
              <a:xfrm>
                <a:off x="274188" y="1278048"/>
                <a:ext cx="1737300" cy="960000"/>
                <a:chOff x="7146475" y="2190661"/>
                <a:chExt cx="1737300" cy="960000"/>
              </a:xfrm>
            </p:grpSpPr>
            <p:sp>
              <p:nvSpPr>
                <p:cNvPr id="991" name="Google Shape;991;p45"/>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92" name="Google Shape;992;p45"/>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993" name="Google Shape;993;p45"/>
            <p:cNvGrpSpPr/>
            <p:nvPr/>
          </p:nvGrpSpPr>
          <p:grpSpPr>
            <a:xfrm>
              <a:off x="516820" y="2120752"/>
              <a:ext cx="984259" cy="497716"/>
              <a:chOff x="516820" y="2059368"/>
              <a:chExt cx="984259" cy="497716"/>
            </a:xfrm>
          </p:grpSpPr>
          <p:sp>
            <p:nvSpPr>
              <p:cNvPr id="994" name="Google Shape;994;p45"/>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5" name="Google Shape;995;p45"/>
              <p:cNvGrpSpPr/>
              <p:nvPr/>
            </p:nvGrpSpPr>
            <p:grpSpPr>
              <a:xfrm>
                <a:off x="704319" y="2347322"/>
                <a:ext cx="609261" cy="209762"/>
                <a:chOff x="704319" y="2343647"/>
                <a:chExt cx="609261" cy="209762"/>
              </a:xfrm>
            </p:grpSpPr>
            <p:sp>
              <p:nvSpPr>
                <p:cNvPr id="996" name="Google Shape;996;p45"/>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5"/>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8" name="Google Shape;998;p45"/>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9" name="Google Shape;999;p45"/>
          <p:cNvSpPr/>
          <p:nvPr/>
        </p:nvSpPr>
        <p:spPr>
          <a:xfrm>
            <a:off x="1408229" y="389361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5"/>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5"/>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45"/>
          <p:cNvGrpSpPr/>
          <p:nvPr/>
        </p:nvGrpSpPr>
        <p:grpSpPr>
          <a:xfrm>
            <a:off x="463651" y="4104919"/>
            <a:ext cx="502899" cy="502899"/>
            <a:chOff x="858700" y="1967475"/>
            <a:chExt cx="605100" cy="605100"/>
          </a:xfrm>
        </p:grpSpPr>
        <p:sp>
          <p:nvSpPr>
            <p:cNvPr id="1003" name="Google Shape;1003;p45"/>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5"/>
          <p:cNvGrpSpPr/>
          <p:nvPr/>
        </p:nvGrpSpPr>
        <p:grpSpPr>
          <a:xfrm>
            <a:off x="404600" y="2673613"/>
            <a:ext cx="621000" cy="621000"/>
            <a:chOff x="416300" y="4058211"/>
            <a:chExt cx="621000" cy="621000"/>
          </a:xfrm>
        </p:grpSpPr>
        <p:sp>
          <p:nvSpPr>
            <p:cNvPr id="1006" name="Google Shape;1006;p45"/>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731;p37">
            <a:extLst>
              <a:ext uri="{FF2B5EF4-FFF2-40B4-BE49-F238E27FC236}">
                <a16:creationId xmlns:a16="http://schemas.microsoft.com/office/drawing/2014/main" id="{ECC7AEA2-6E85-41B4-5471-A4871391227A}"/>
              </a:ext>
            </a:extLst>
          </p:cNvPr>
          <p:cNvSpPr txBox="1">
            <a:spLocks/>
          </p:cNvSpPr>
          <p:nvPr/>
        </p:nvSpPr>
        <p:spPr>
          <a:xfrm>
            <a:off x="2011488" y="1939092"/>
            <a:ext cx="5274242"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err="1">
                <a:latin typeface="Times New Roman" panose="02020603050405020304" pitchFamily="18" charset="0"/>
                <a:cs typeface="Times New Roman" panose="02020603050405020304" pitchFamily="18" charset="0"/>
              </a:rPr>
              <a:t>Mở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loài</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active learning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a:t>
            </a:r>
          </a:p>
        </p:txBody>
      </p:sp>
      <p:sp>
        <p:nvSpPr>
          <p:cNvPr id="3" name="Google Shape;731;p37">
            <a:extLst>
              <a:ext uri="{FF2B5EF4-FFF2-40B4-BE49-F238E27FC236}">
                <a16:creationId xmlns:a16="http://schemas.microsoft.com/office/drawing/2014/main" id="{97B4EEC6-CE3D-0AB8-1889-923954F1ADB5}"/>
              </a:ext>
            </a:extLst>
          </p:cNvPr>
          <p:cNvSpPr txBox="1">
            <a:spLocks/>
          </p:cNvSpPr>
          <p:nvPr/>
        </p:nvSpPr>
        <p:spPr>
          <a:xfrm>
            <a:off x="2004012" y="2487642"/>
            <a:ext cx="5281717"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dirty="0">
                <a:latin typeface="+mj-lt"/>
              </a:rPr>
              <a:t>Cải thiện trải nghiệm: hướng dẫn chụp, xử lý ảnh trên thiết bị, giải thích kết quả, hỗ trợ </a:t>
            </a:r>
            <a:r>
              <a:rPr lang="vi-VN" b="1" dirty="0">
                <a:latin typeface="+mj-lt"/>
              </a:rPr>
              <a:t>đa ngôn ngữ</a:t>
            </a:r>
            <a:r>
              <a:rPr lang="vi-VN" dirty="0">
                <a:latin typeface="+mj-lt"/>
              </a:rPr>
              <a:t>.</a:t>
            </a:r>
            <a:endParaRPr lang="en-US" dirty="0">
              <a:latin typeface="+mj-lt"/>
              <a:cs typeface="Times New Roman" panose="02020603050405020304" pitchFamily="18" charset="0"/>
            </a:endParaRPr>
          </a:p>
        </p:txBody>
      </p:sp>
      <p:sp>
        <p:nvSpPr>
          <p:cNvPr id="4" name="Google Shape;731;p37">
            <a:extLst>
              <a:ext uri="{FF2B5EF4-FFF2-40B4-BE49-F238E27FC236}">
                <a16:creationId xmlns:a16="http://schemas.microsoft.com/office/drawing/2014/main" id="{CA061381-6740-EBCE-E3C1-B884C940B2D2}"/>
              </a:ext>
            </a:extLst>
          </p:cNvPr>
          <p:cNvSpPr txBox="1">
            <a:spLocks/>
          </p:cNvSpPr>
          <p:nvPr/>
        </p:nvSpPr>
        <p:spPr>
          <a:xfrm>
            <a:off x="2004010" y="3076225"/>
            <a:ext cx="5135977"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latin typeface="Times New Roman" panose="02020603050405020304" pitchFamily="18" charset="0"/>
                <a:cs typeface="Times New Roman" panose="02020603050405020304" pitchFamily="18" charset="0"/>
              </a:rPr>
              <a:t>IPM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vị</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trí</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mùa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vụ</a:t>
            </a:r>
            <a:r>
              <a:rPr lang="en-US" b="1" dirty="0">
                <a:latin typeface="Times New Roman" panose="02020603050405020304" pitchFamily="18" charset="0"/>
                <a:cs typeface="Times New Roman" panose="02020603050405020304" pitchFamily="18" charset="0"/>
              </a:rPr>
              <a:t> &amp; </a:t>
            </a:r>
            <a:r>
              <a:rPr lang="en-US" b="1" dirty="0" err="1">
                <a:latin typeface="Times New Roman" panose="02020603050405020304" pitchFamily="18" charset="0"/>
                <a:cs typeface="Times New Roman" panose="02020603050405020304" pitchFamily="18" charset="0"/>
              </a:rPr>
              <a:t>thời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khuyến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a:t>
            </a:r>
          </a:p>
        </p:txBody>
      </p:sp>
      <p:sp>
        <p:nvSpPr>
          <p:cNvPr id="5" name="Google Shape;731;p37">
            <a:extLst>
              <a:ext uri="{FF2B5EF4-FFF2-40B4-BE49-F238E27FC236}">
                <a16:creationId xmlns:a16="http://schemas.microsoft.com/office/drawing/2014/main" id="{274E33D7-4F58-A24E-1F11-5FE498EC2CE6}"/>
              </a:ext>
            </a:extLst>
          </p:cNvPr>
          <p:cNvSpPr txBox="1">
            <a:spLocks/>
          </p:cNvSpPr>
          <p:nvPr/>
        </p:nvSpPr>
        <p:spPr>
          <a:xfrm>
            <a:off x="2004009" y="3618029"/>
            <a:ext cx="5027553" cy="640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dirty="0">
                <a:latin typeface="+mj-lt"/>
              </a:rPr>
              <a:t>Đồng bộ &amp; quản trị: dashboard cập nhật dữ liệu, </a:t>
            </a:r>
            <a:r>
              <a:rPr lang="vi-VN" b="1" dirty="0">
                <a:latin typeface="+mj-lt"/>
              </a:rPr>
              <a:t>cập nhật mô hình OTA</a:t>
            </a:r>
            <a:r>
              <a:rPr lang="vi-VN" dirty="0">
                <a:latin typeface="+mj-lt"/>
              </a:rPr>
              <a:t>, vòng phản hồi người dùng để cải tiến liên tục.</a:t>
            </a:r>
            <a:endParaRPr lang="en-US" dirty="0">
              <a:latin typeface="+mj-lt"/>
              <a:cs typeface="Times New Roman" panose="02020603050405020304" pitchFamily="18" charset="0"/>
            </a:endParaRPr>
          </a:p>
        </p:txBody>
      </p:sp>
      <p:pic>
        <p:nvPicPr>
          <p:cNvPr id="7" name="Picture 6">
            <a:extLst>
              <a:ext uri="{FF2B5EF4-FFF2-40B4-BE49-F238E27FC236}">
                <a16:creationId xmlns:a16="http://schemas.microsoft.com/office/drawing/2014/main" id="{4F904C5F-205C-E98E-1929-F4D8DF562860}"/>
              </a:ext>
            </a:extLst>
          </p:cNvPr>
          <p:cNvPicPr>
            <a:picLocks noChangeAspect="1"/>
          </p:cNvPicPr>
          <p:nvPr/>
        </p:nvPicPr>
        <p:blipFill>
          <a:blip r:embed="rId3"/>
          <a:stretch>
            <a:fillRect/>
          </a:stretch>
        </p:blipFill>
        <p:spPr>
          <a:xfrm>
            <a:off x="0" y="13933"/>
            <a:ext cx="9144000" cy="5115634"/>
          </a:xfrm>
          <a:prstGeom prst="rect">
            <a:avLst/>
          </a:prstGeom>
        </p:spPr>
      </p:pic>
      <p:pic>
        <p:nvPicPr>
          <p:cNvPr id="9" name="Picture 8">
            <a:extLst>
              <a:ext uri="{FF2B5EF4-FFF2-40B4-BE49-F238E27FC236}">
                <a16:creationId xmlns:a16="http://schemas.microsoft.com/office/drawing/2014/main" id="{F437A0BD-C9C8-98EB-D6AE-8A25D4D74B6F}"/>
              </a:ext>
            </a:extLst>
          </p:cNvPr>
          <p:cNvPicPr>
            <a:picLocks noChangeAspect="1"/>
          </p:cNvPicPr>
          <p:nvPr/>
        </p:nvPicPr>
        <p:blipFill>
          <a:blip r:embed="rId4"/>
          <a:stretch>
            <a:fillRect/>
          </a:stretch>
        </p:blipFill>
        <p:spPr>
          <a:xfrm>
            <a:off x="0" y="11743"/>
            <a:ext cx="9144000" cy="51200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1+ppt_h/2"/>
                                          </p:val>
                                        </p:tav>
                                      </p:tavLst>
                                    </p:anim>
                                    <p:set>
                                      <p:cBhvr>
                                        <p:cTn id="8" dur="1" fill="hold">
                                          <p:stCondLst>
                                            <p:cond delay="499"/>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290">
                                          <p:stCondLst>
                                            <p:cond delay="0"/>
                                          </p:stCondLst>
                                        </p:cTn>
                                        <p:tgtEl>
                                          <p:spTgt spid="9"/>
                                        </p:tgtEl>
                                      </p:cBhvr>
                                    </p:animEffect>
                                    <p:anim calcmode="lin" valueType="num">
                                      <p:cBhvr>
                                        <p:cTn id="14" dur="911"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5" dur="332"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6" dur="332" tmFilter="0, 0; 0.125,0.2665; 0.25,0.4; 0.375,0.465; 0.5,0.5;  0.625,0.535; 0.75,0.6; 0.875,0.7335; 1,1">
                                          <p:stCondLst>
                                            <p:cond delay="332"/>
                                          </p:stCondLst>
                                        </p:cTn>
                                        <p:tgtEl>
                                          <p:spTgt spid="9"/>
                                        </p:tgtEl>
                                        <p:attrNameLst>
                                          <p:attrName>ppt_y</p:attrName>
                                        </p:attrNameLst>
                                      </p:cBhvr>
                                      <p:tavLst>
                                        <p:tav tm="0" fmla="#ppt_y-sin(pi*$)/9">
                                          <p:val>
                                            <p:fltVal val="0"/>
                                          </p:val>
                                        </p:tav>
                                        <p:tav tm="100000">
                                          <p:val>
                                            <p:fltVal val="1"/>
                                          </p:val>
                                        </p:tav>
                                      </p:tavLst>
                                    </p:anim>
                                    <p:anim calcmode="lin" valueType="num">
                                      <p:cBhvr>
                                        <p:cTn id="17" dur="166" tmFilter="0, 0; 0.125,0.2665; 0.25,0.4; 0.375,0.465; 0.5,0.5;  0.625,0.535; 0.75,0.6; 0.875,0.7335; 1,1">
                                          <p:stCondLst>
                                            <p:cond delay="662"/>
                                          </p:stCondLst>
                                        </p:cTn>
                                        <p:tgtEl>
                                          <p:spTgt spid="9"/>
                                        </p:tgtEl>
                                        <p:attrNameLst>
                                          <p:attrName>ppt_y</p:attrName>
                                        </p:attrNameLst>
                                      </p:cBhvr>
                                      <p:tavLst>
                                        <p:tav tm="0" fmla="#ppt_y-sin(pi*$)/27">
                                          <p:val>
                                            <p:fltVal val="0"/>
                                          </p:val>
                                        </p:tav>
                                        <p:tav tm="100000">
                                          <p:val>
                                            <p:fltVal val="1"/>
                                          </p:val>
                                        </p:tav>
                                      </p:tavLst>
                                    </p:anim>
                                    <p:anim calcmode="lin" valueType="num">
                                      <p:cBhvr>
                                        <p:cTn id="18" dur="82" tmFilter="0, 0; 0.125,0.2665; 0.25,0.4; 0.375,0.465; 0.5,0.5;  0.625,0.535; 0.75,0.6; 0.875,0.7335; 1,1">
                                          <p:stCondLst>
                                            <p:cond delay="828"/>
                                          </p:stCondLst>
                                        </p:cTn>
                                        <p:tgtEl>
                                          <p:spTgt spid="9"/>
                                        </p:tgtEl>
                                        <p:attrNameLst>
                                          <p:attrName>ppt_y</p:attrName>
                                        </p:attrNameLst>
                                      </p:cBhvr>
                                      <p:tavLst>
                                        <p:tav tm="0" fmla="#ppt_y-sin(pi*$)/81">
                                          <p:val>
                                            <p:fltVal val="0"/>
                                          </p:val>
                                        </p:tav>
                                        <p:tav tm="100000">
                                          <p:val>
                                            <p:fltVal val="1"/>
                                          </p:val>
                                        </p:tav>
                                      </p:tavLst>
                                    </p:anim>
                                    <p:animScale>
                                      <p:cBhvr>
                                        <p:cTn id="19" dur="13">
                                          <p:stCondLst>
                                            <p:cond delay="325"/>
                                          </p:stCondLst>
                                        </p:cTn>
                                        <p:tgtEl>
                                          <p:spTgt spid="9"/>
                                        </p:tgtEl>
                                      </p:cBhvr>
                                      <p:to x="100000" y="60000"/>
                                    </p:animScale>
                                    <p:animScale>
                                      <p:cBhvr>
                                        <p:cTn id="20" dur="83" decel="50000">
                                          <p:stCondLst>
                                            <p:cond delay="338"/>
                                          </p:stCondLst>
                                        </p:cTn>
                                        <p:tgtEl>
                                          <p:spTgt spid="9"/>
                                        </p:tgtEl>
                                      </p:cBhvr>
                                      <p:to x="100000" y="100000"/>
                                    </p:animScale>
                                    <p:animScale>
                                      <p:cBhvr>
                                        <p:cTn id="21" dur="13">
                                          <p:stCondLst>
                                            <p:cond delay="656"/>
                                          </p:stCondLst>
                                        </p:cTn>
                                        <p:tgtEl>
                                          <p:spTgt spid="9"/>
                                        </p:tgtEl>
                                      </p:cBhvr>
                                      <p:to x="100000" y="80000"/>
                                    </p:animScale>
                                    <p:animScale>
                                      <p:cBhvr>
                                        <p:cTn id="22" dur="83" decel="50000">
                                          <p:stCondLst>
                                            <p:cond delay="669"/>
                                          </p:stCondLst>
                                        </p:cTn>
                                        <p:tgtEl>
                                          <p:spTgt spid="9"/>
                                        </p:tgtEl>
                                      </p:cBhvr>
                                      <p:to x="100000" y="100000"/>
                                    </p:animScale>
                                    <p:animScale>
                                      <p:cBhvr>
                                        <p:cTn id="23" dur="13">
                                          <p:stCondLst>
                                            <p:cond delay="821"/>
                                          </p:stCondLst>
                                        </p:cTn>
                                        <p:tgtEl>
                                          <p:spTgt spid="9"/>
                                        </p:tgtEl>
                                      </p:cBhvr>
                                      <p:to x="100000" y="90000"/>
                                    </p:animScale>
                                    <p:animScale>
                                      <p:cBhvr>
                                        <p:cTn id="24" dur="83" decel="50000">
                                          <p:stCondLst>
                                            <p:cond delay="834"/>
                                          </p:stCondLst>
                                        </p:cTn>
                                        <p:tgtEl>
                                          <p:spTgt spid="9"/>
                                        </p:tgtEl>
                                      </p:cBhvr>
                                      <p:to x="100000" y="100000"/>
                                    </p:animScale>
                                    <p:animScale>
                                      <p:cBhvr>
                                        <p:cTn id="25" dur="13">
                                          <p:stCondLst>
                                            <p:cond delay="904"/>
                                          </p:stCondLst>
                                        </p:cTn>
                                        <p:tgtEl>
                                          <p:spTgt spid="9"/>
                                        </p:tgtEl>
                                      </p:cBhvr>
                                      <p:to x="100000" y="95000"/>
                                    </p:animScale>
                                    <p:animScale>
                                      <p:cBhvr>
                                        <p:cTn id="26" dur="83" decel="50000">
                                          <p:stCondLst>
                                            <p:cond delay="917"/>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oft Colors UI Design for Agencies by Slidesgo">
  <a:themeElements>
    <a:clrScheme name="Simple Light">
      <a:dk1>
        <a:srgbClr val="000000"/>
      </a:dk1>
      <a:lt1>
        <a:srgbClr val="FCF6E8"/>
      </a:lt1>
      <a:dk2>
        <a:srgbClr val="DBCFC3"/>
      </a:dk2>
      <a:lt2>
        <a:srgbClr val="EFC4B9"/>
      </a:lt2>
      <a:accent1>
        <a:srgbClr val="FDBC96"/>
      </a:accent1>
      <a:accent2>
        <a:srgbClr val="DAC2CF"/>
      </a:accent2>
      <a:accent3>
        <a:srgbClr val="D3E3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427</Words>
  <Application>Microsoft Office PowerPoint</Application>
  <PresentationFormat>On-screen Show (16:9)</PresentationFormat>
  <Paragraphs>41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Angsana New</vt:lpstr>
      <vt:lpstr>Times New Roman</vt:lpstr>
      <vt:lpstr>Arial</vt:lpstr>
      <vt:lpstr>Karla</vt:lpstr>
      <vt:lpstr>Bebas Neue</vt:lpstr>
      <vt:lpstr>Rubik Black</vt:lpstr>
      <vt:lpstr>Soft Colors UI Design for Agencies by Slidesgo</vt:lpstr>
      <vt:lpstr>Xây dựng ứng dụng phân loại sâu hại trên cây sầu riêng</vt:lpstr>
      <vt:lpstr>01</vt:lpstr>
      <vt:lpstr>01</vt:lpstr>
      <vt:lpstr>Project overview </vt:lpstr>
      <vt:lpstr>Overview of tools in use</vt:lpstr>
      <vt:lpstr>02</vt:lpstr>
      <vt:lpstr>Usecase Diagram</vt:lpstr>
      <vt:lpstr>03</vt:lpstr>
      <vt:lpstr>PowerPoint Presentation</vt:lpstr>
      <vt:lpstr>PowerPoint Presentation</vt:lpstr>
      <vt:lpstr>PowerPoint Presentation</vt:lpstr>
      <vt:lpstr>PowerPoint Presentation</vt:lpstr>
      <vt:lpstr>PowerPoint Presentation</vt:lpstr>
      <vt:lpstr>05</vt:lpstr>
      <vt:lpstr>Future Improvement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TRUONG TAM</dc:creator>
  <cp:lastModifiedBy>Tam Nguyễn Hồ Trường</cp:lastModifiedBy>
  <cp:revision>13</cp:revision>
  <dcterms:modified xsi:type="dcterms:W3CDTF">2025-10-27T02:48:22Z</dcterms:modified>
</cp:coreProperties>
</file>